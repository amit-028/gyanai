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64" r:id="rId5"/>
    <p:sldId id="257" r:id="rId6"/>
    <p:sldId id="259" r:id="rId7"/>
    <p:sldId id="260" r:id="rId8"/>
    <p:sldId id="265" r:id="rId9"/>
    <p:sldId id="271" r:id="rId10"/>
    <p:sldId id="263" r:id="rId11"/>
    <p:sldId id="270" r:id="rId12"/>
    <p:sldId id="268" r:id="rId13"/>
    <p:sldId id="272" r:id="rId14"/>
    <p:sldId id="274" r:id="rId15"/>
    <p:sldId id="27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712" autoAdjust="0"/>
  </p:normalViewPr>
  <p:slideViewPr>
    <p:cSldViewPr snapToGrid="0">
      <p:cViewPr>
        <p:scale>
          <a:sx n="66" d="100"/>
          <a:sy n="66" d="100"/>
        </p:scale>
        <p:origin x="156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2F69A6-0780-49EA-A6A8-3965C12489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0269CC2-8DD6-4402-82F3-18F164A732FF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1</a:t>
          </a:r>
        </a:p>
      </dgm:t>
    </dgm:pt>
    <dgm:pt modelId="{4A8A3B18-A3DE-475C-8BF1-FB4B84DDA43B}" type="parTrans" cxnId="{813C1BD6-5A4A-43F4-8BF7-0645F72381AA}">
      <dgm:prSet/>
      <dgm:spPr/>
      <dgm:t>
        <a:bodyPr/>
        <a:lstStyle/>
        <a:p>
          <a:endParaRPr lang="en-US"/>
        </a:p>
      </dgm:t>
    </dgm:pt>
    <dgm:pt modelId="{2DAA2C1D-14F6-4BCA-B047-0B53ADD46F43}" type="sibTrans" cxnId="{813C1BD6-5A4A-43F4-8BF7-0645F72381AA}">
      <dgm:prSet/>
      <dgm:spPr/>
      <dgm:t>
        <a:bodyPr/>
        <a:lstStyle/>
        <a:p>
          <a:endParaRPr lang="en-US"/>
        </a:p>
      </dgm:t>
    </dgm:pt>
    <dgm:pt modelId="{2B87ECDB-C552-42F6-9B52-6548A18B206B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2</a:t>
          </a:r>
        </a:p>
      </dgm:t>
    </dgm:pt>
    <dgm:pt modelId="{0DC560D9-C62C-41BA-8D68-CB78933BFF0C}" type="parTrans" cxnId="{91AFA996-5E3B-401C-B400-E70DBD4A4AB6}">
      <dgm:prSet/>
      <dgm:spPr/>
      <dgm:t>
        <a:bodyPr/>
        <a:lstStyle/>
        <a:p>
          <a:endParaRPr lang="en-US"/>
        </a:p>
      </dgm:t>
    </dgm:pt>
    <dgm:pt modelId="{80EFB54F-1AC8-40D9-981D-4C85160A5799}" type="sibTrans" cxnId="{91AFA996-5E3B-401C-B400-E70DBD4A4AB6}">
      <dgm:prSet/>
      <dgm:spPr/>
      <dgm:t>
        <a:bodyPr/>
        <a:lstStyle/>
        <a:p>
          <a:endParaRPr lang="en-US"/>
        </a:p>
      </dgm:t>
    </dgm:pt>
    <dgm:pt modelId="{419DF63C-9792-4EF5-9125-1EEF4D07C33F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3</a:t>
          </a:r>
        </a:p>
      </dgm:t>
    </dgm:pt>
    <dgm:pt modelId="{2B95E8EF-82FE-4F54-970D-D55C9AD8EC00}" type="parTrans" cxnId="{024B121E-3EE5-42C9-97D1-5E0D27C29DC3}">
      <dgm:prSet/>
      <dgm:spPr/>
      <dgm:t>
        <a:bodyPr/>
        <a:lstStyle/>
        <a:p>
          <a:endParaRPr lang="en-US"/>
        </a:p>
      </dgm:t>
    </dgm:pt>
    <dgm:pt modelId="{EA8773AB-BB82-4BF6-944E-80CD2086CE93}" type="sibTrans" cxnId="{024B121E-3EE5-42C9-97D1-5E0D27C29DC3}">
      <dgm:prSet/>
      <dgm:spPr/>
      <dgm:t>
        <a:bodyPr/>
        <a:lstStyle/>
        <a:p>
          <a:endParaRPr lang="en-US"/>
        </a:p>
      </dgm:t>
    </dgm:pt>
    <dgm:pt modelId="{1B1E513F-BEB7-483A-8F12-A8210AEF19E9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4</a:t>
          </a:r>
        </a:p>
      </dgm:t>
    </dgm:pt>
    <dgm:pt modelId="{DB284026-3063-4705-B72C-ADE04469BE6D}" type="parTrans" cxnId="{9CD469EF-CF99-411A-B4B3-5B2C59AF684C}">
      <dgm:prSet/>
      <dgm:spPr/>
      <dgm:t>
        <a:bodyPr/>
        <a:lstStyle/>
        <a:p>
          <a:endParaRPr lang="en-US"/>
        </a:p>
      </dgm:t>
    </dgm:pt>
    <dgm:pt modelId="{D99C9B80-BA48-46B7-8B67-372E2AFD9E86}" type="sibTrans" cxnId="{9CD469EF-CF99-411A-B4B3-5B2C59AF684C}">
      <dgm:prSet/>
      <dgm:spPr/>
      <dgm:t>
        <a:bodyPr/>
        <a:lstStyle/>
        <a:p>
          <a:endParaRPr lang="en-US"/>
        </a:p>
      </dgm:t>
    </dgm:pt>
    <dgm:pt modelId="{F4A56385-3827-49D1-B533-953BA75136B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5</a:t>
          </a:r>
        </a:p>
      </dgm:t>
    </dgm:pt>
    <dgm:pt modelId="{5C6E35C5-B6D6-42D4-9FF2-63E3FEC1E45F}" type="parTrans" cxnId="{D572C096-14C8-487B-ABCD-6354192B80BA}">
      <dgm:prSet/>
      <dgm:spPr/>
      <dgm:t>
        <a:bodyPr/>
        <a:lstStyle/>
        <a:p>
          <a:endParaRPr lang="en-US"/>
        </a:p>
      </dgm:t>
    </dgm:pt>
    <dgm:pt modelId="{E866DA3A-B427-429E-A892-4812B432ED79}" type="sibTrans" cxnId="{D572C096-14C8-487B-ABCD-6354192B80BA}">
      <dgm:prSet/>
      <dgm:spPr/>
      <dgm:t>
        <a:bodyPr/>
        <a:lstStyle/>
        <a:p>
          <a:endParaRPr lang="en-US"/>
        </a:p>
      </dgm:t>
    </dgm:pt>
    <dgm:pt modelId="{05261D3E-3CC7-4C85-9E09-D67FC777908C}" type="pres">
      <dgm:prSet presAssocID="{162F69A6-0780-49EA-A6A8-3965C12489B2}" presName="root" presStyleCnt="0">
        <dgm:presLayoutVars>
          <dgm:dir/>
          <dgm:resizeHandles val="exact"/>
        </dgm:presLayoutVars>
      </dgm:prSet>
      <dgm:spPr/>
    </dgm:pt>
    <dgm:pt modelId="{25C6FE9B-AED9-47D9-807F-76A517615FC1}" type="pres">
      <dgm:prSet presAssocID="{30269CC2-8DD6-4402-82F3-18F164A732FF}" presName="compNode" presStyleCnt="0"/>
      <dgm:spPr/>
    </dgm:pt>
    <dgm:pt modelId="{99698387-9DF3-4127-A7DE-FCE3F05A3470}" type="pres">
      <dgm:prSet presAssocID="{30269CC2-8DD6-4402-82F3-18F164A732FF}" presName="bgRect" presStyleLbl="bgShp" presStyleIdx="0" presStyleCnt="5"/>
      <dgm:spPr>
        <a:prstGeom prst="rect">
          <a:avLst/>
        </a:prstGeom>
        <a:gradFill rotWithShape="0">
          <a:gsLst>
            <a:gs pos="0">
              <a:schemeClr val="tx1">
                <a:lumMod val="75000"/>
                <a:lumOff val="25000"/>
              </a:schemeClr>
            </a:gs>
            <a:gs pos="15929">
              <a:schemeClr val="tx1">
                <a:lumMod val="85000"/>
                <a:lumOff val="15000"/>
              </a:schemeClr>
            </a:gs>
            <a:gs pos="97000">
              <a:schemeClr val="tx1">
                <a:lumMod val="85000"/>
                <a:lumOff val="15000"/>
              </a:schemeClr>
            </a:gs>
            <a:gs pos="100000">
              <a:schemeClr val="accent2">
                <a:lumMod val="75000"/>
              </a:schemeClr>
            </a:gs>
          </a:gsLst>
          <a:lin ang="10800000" scaled="0"/>
        </a:gradFill>
      </dgm:spPr>
    </dgm:pt>
    <dgm:pt modelId="{B52E1101-E263-4511-8D8F-5A215C912C41}" type="pres">
      <dgm:prSet presAssocID="{30269CC2-8DD6-4402-82F3-18F164A732FF}" presName="iconRect" presStyleLbl="node1" presStyleIdx="0" presStyleCnt="5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y"/>
        </a:ext>
      </dgm:extLst>
    </dgm:pt>
    <dgm:pt modelId="{18EFBBAF-BD9F-4030-B8A4-57CCEB350921}" type="pres">
      <dgm:prSet presAssocID="{30269CC2-8DD6-4402-82F3-18F164A732FF}" presName="spaceRect" presStyleCnt="0"/>
      <dgm:spPr/>
    </dgm:pt>
    <dgm:pt modelId="{F113ED77-1650-49A8-987A-A13C2A50CEA5}" type="pres">
      <dgm:prSet presAssocID="{30269CC2-8DD6-4402-82F3-18F164A732FF}" presName="parTx" presStyleLbl="revTx" presStyleIdx="0" presStyleCnt="5">
        <dgm:presLayoutVars>
          <dgm:chMax val="0"/>
          <dgm:chPref val="0"/>
        </dgm:presLayoutVars>
      </dgm:prSet>
      <dgm:spPr/>
    </dgm:pt>
    <dgm:pt modelId="{084D1940-F8FF-48AA-A0CA-908C7645C951}" type="pres">
      <dgm:prSet presAssocID="{2DAA2C1D-14F6-4BCA-B047-0B53ADD46F43}" presName="sibTrans" presStyleCnt="0"/>
      <dgm:spPr/>
    </dgm:pt>
    <dgm:pt modelId="{922A9066-91F0-4494-8CF8-01F8511B6028}" type="pres">
      <dgm:prSet presAssocID="{2B87ECDB-C552-42F6-9B52-6548A18B206B}" presName="compNode" presStyleCnt="0"/>
      <dgm:spPr/>
    </dgm:pt>
    <dgm:pt modelId="{FA3369E0-5B38-4FDD-A9F5-22B9810A03F7}" type="pres">
      <dgm:prSet presAssocID="{2B87ECDB-C552-42F6-9B52-6548A18B206B}" presName="bgRect" presStyleLbl="bgShp" presStyleIdx="1" presStyleCnt="5"/>
      <dgm:spPr>
        <a:xfrm>
          <a:off x="0" y="1249576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FADE9C4E-BFE3-4374-BE2C-676ED238ACF2}" type="pres">
      <dgm:prSet presAssocID="{2B87ECDB-C552-42F6-9B52-6548A18B206B}" presName="iconRect" presStyleLbl="node1" presStyleIdx="1" presStyleCnt="5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7000F0F2-143F-4CAE-BA6B-E9C401E5437A}" type="pres">
      <dgm:prSet presAssocID="{2B87ECDB-C552-42F6-9B52-6548A18B206B}" presName="spaceRect" presStyleCnt="0"/>
      <dgm:spPr/>
    </dgm:pt>
    <dgm:pt modelId="{AC018808-9CEA-4C61-8875-3E922AA167D7}" type="pres">
      <dgm:prSet presAssocID="{2B87ECDB-C552-42F6-9B52-6548A18B206B}" presName="parTx" presStyleLbl="revTx" presStyleIdx="1" presStyleCnt="5">
        <dgm:presLayoutVars>
          <dgm:chMax val="0"/>
          <dgm:chPref val="0"/>
        </dgm:presLayoutVars>
      </dgm:prSet>
      <dgm:spPr/>
    </dgm:pt>
    <dgm:pt modelId="{CE46B6BD-FA9F-4C65-8E75-D8C24C71657B}" type="pres">
      <dgm:prSet presAssocID="{80EFB54F-1AC8-40D9-981D-4C85160A5799}" presName="sibTrans" presStyleCnt="0"/>
      <dgm:spPr/>
    </dgm:pt>
    <dgm:pt modelId="{B12160B6-4EC8-4B4D-A1B2-F7F5F2795F75}" type="pres">
      <dgm:prSet presAssocID="{419DF63C-9792-4EF5-9125-1EEF4D07C33F}" presName="compNode" presStyleCnt="0"/>
      <dgm:spPr/>
    </dgm:pt>
    <dgm:pt modelId="{DB8ABDAA-976A-4A84-A3C3-277080E19DCA}" type="pres">
      <dgm:prSet presAssocID="{419DF63C-9792-4EF5-9125-1EEF4D07C33F}" presName="bgRect" presStyleLbl="bgShp" presStyleIdx="2" presStyleCnt="5"/>
      <dgm:spPr>
        <a:xfrm>
          <a:off x="0" y="24944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D335376E-740A-4A47-BC5B-3381DE731CE0}" type="pres">
      <dgm:prSet presAssocID="{419DF63C-9792-4EF5-9125-1EEF4D07C33F}" presName="iconRect" presStyleLbl="node1" presStyleIdx="2" presStyleCnt="5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Enrollment"/>
        </a:ext>
      </dgm:extLst>
    </dgm:pt>
    <dgm:pt modelId="{BCDE90E0-E45B-4C79-BE60-A53702208276}" type="pres">
      <dgm:prSet presAssocID="{419DF63C-9792-4EF5-9125-1EEF4D07C33F}" presName="spaceRect" presStyleCnt="0"/>
      <dgm:spPr/>
    </dgm:pt>
    <dgm:pt modelId="{8409F791-340A-4625-9294-3E680D66DB63}" type="pres">
      <dgm:prSet presAssocID="{419DF63C-9792-4EF5-9125-1EEF4D07C33F}" presName="parTx" presStyleLbl="revTx" presStyleIdx="2" presStyleCnt="5">
        <dgm:presLayoutVars>
          <dgm:chMax val="0"/>
          <dgm:chPref val="0"/>
        </dgm:presLayoutVars>
      </dgm:prSet>
      <dgm:spPr/>
    </dgm:pt>
    <dgm:pt modelId="{D4892BA4-47FA-499C-84FA-3A971E9AFE41}" type="pres">
      <dgm:prSet presAssocID="{EA8773AB-BB82-4BF6-944E-80CD2086CE93}" presName="sibTrans" presStyleCnt="0"/>
      <dgm:spPr/>
    </dgm:pt>
    <dgm:pt modelId="{390D1410-0CB7-44D5-903C-C35615DE86E1}" type="pres">
      <dgm:prSet presAssocID="{1B1E513F-BEB7-483A-8F12-A8210AEF19E9}" presName="compNode" presStyleCnt="0"/>
      <dgm:spPr/>
    </dgm:pt>
    <dgm:pt modelId="{C2FCE80A-DCA0-4D7F-8F72-19CB2337E588}" type="pres">
      <dgm:prSet presAssocID="{1B1E513F-BEB7-483A-8F12-A8210AEF19E9}" presName="bgRect" presStyleLbl="bgShp" presStyleIdx="3" presStyleCnt="5"/>
      <dgm:spPr>
        <a:xfrm>
          <a:off x="0" y="37393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1B0B9210-632F-4BB5-B140-1FA20D3CF123}" type="pres">
      <dgm:prSet presAssocID="{1B1E513F-BEB7-483A-8F12-A8210AEF19E9}" presName="iconRect" presStyleLbl="node1" presStyleIdx="3" presStyleCnt="5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xOutline"/>
        </a:ext>
      </dgm:extLst>
    </dgm:pt>
    <dgm:pt modelId="{E9B85894-F3EF-4216-9DD4-962DCF409217}" type="pres">
      <dgm:prSet presAssocID="{1B1E513F-BEB7-483A-8F12-A8210AEF19E9}" presName="spaceRect" presStyleCnt="0"/>
      <dgm:spPr/>
    </dgm:pt>
    <dgm:pt modelId="{3CBA7321-E2AC-48FD-B351-CE3C9A4CE924}" type="pres">
      <dgm:prSet presAssocID="{1B1E513F-BEB7-483A-8F12-A8210AEF19E9}" presName="parTx" presStyleLbl="revTx" presStyleIdx="3" presStyleCnt="5">
        <dgm:presLayoutVars>
          <dgm:chMax val="0"/>
          <dgm:chPref val="0"/>
        </dgm:presLayoutVars>
      </dgm:prSet>
      <dgm:spPr/>
    </dgm:pt>
    <dgm:pt modelId="{5E25F319-BBA5-4820-B2FC-14F8D56BF078}" type="pres">
      <dgm:prSet presAssocID="{D99C9B80-BA48-46B7-8B67-372E2AFD9E86}" presName="sibTrans" presStyleCnt="0"/>
      <dgm:spPr/>
    </dgm:pt>
    <dgm:pt modelId="{A9DA4473-F7AD-4D05-A89E-4317469C9CAC}" type="pres">
      <dgm:prSet presAssocID="{F4A56385-3827-49D1-B533-953BA75136B7}" presName="compNode" presStyleCnt="0"/>
      <dgm:spPr/>
    </dgm:pt>
    <dgm:pt modelId="{343A76ED-9DD6-4B0A-830E-16ED952B3D06}" type="pres">
      <dgm:prSet presAssocID="{F4A56385-3827-49D1-B533-953BA75136B7}" presName="bgRect" presStyleLbl="bgShp" presStyleIdx="4" presStyleCnt="5"/>
      <dgm:spPr>
        <a:xfrm>
          <a:off x="0" y="4984278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C21BED67-1F13-4312-815B-B5C34DAA27F9}" type="pres">
      <dgm:prSet presAssocID="{F4A56385-3827-49D1-B533-953BA75136B7}" presName="iconRect" presStyleLbl="node1" presStyleIdx="4" presStyleCnt="5"/>
      <dgm:spPr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er"/>
        </a:ext>
      </dgm:extLst>
    </dgm:pt>
    <dgm:pt modelId="{8854FDB6-04FD-4DEB-9AB6-DDB7E532A353}" type="pres">
      <dgm:prSet presAssocID="{F4A56385-3827-49D1-B533-953BA75136B7}" presName="spaceRect" presStyleCnt="0"/>
      <dgm:spPr/>
    </dgm:pt>
    <dgm:pt modelId="{9260EF14-C09B-4543-88B7-7F45704CBA36}" type="pres">
      <dgm:prSet presAssocID="{F4A56385-3827-49D1-B533-953BA75136B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24B121E-3EE5-42C9-97D1-5E0D27C29DC3}" srcId="{162F69A6-0780-49EA-A6A8-3965C12489B2}" destId="{419DF63C-9792-4EF5-9125-1EEF4D07C33F}" srcOrd="2" destOrd="0" parTransId="{2B95E8EF-82FE-4F54-970D-D55C9AD8EC00}" sibTransId="{EA8773AB-BB82-4BF6-944E-80CD2086CE93}"/>
    <dgm:cxn modelId="{D7E7903A-483E-4876-8C77-EEB10661B95B}" type="presOf" srcId="{1B1E513F-BEB7-483A-8F12-A8210AEF19E9}" destId="{3CBA7321-E2AC-48FD-B351-CE3C9A4CE924}" srcOrd="0" destOrd="0" presId="urn:microsoft.com/office/officeart/2018/2/layout/IconVerticalSolidList"/>
    <dgm:cxn modelId="{C9B7BD43-67DC-4CD4-86B0-92B8BFA59068}" type="presOf" srcId="{2B87ECDB-C552-42F6-9B52-6548A18B206B}" destId="{AC018808-9CEA-4C61-8875-3E922AA167D7}" srcOrd="0" destOrd="0" presId="urn:microsoft.com/office/officeart/2018/2/layout/IconVerticalSolidList"/>
    <dgm:cxn modelId="{92648A4D-7D0D-48F5-96E4-BF8EC541B3A9}" type="presOf" srcId="{419DF63C-9792-4EF5-9125-1EEF4D07C33F}" destId="{8409F791-340A-4625-9294-3E680D66DB63}" srcOrd="0" destOrd="0" presId="urn:microsoft.com/office/officeart/2018/2/layout/IconVerticalSolidList"/>
    <dgm:cxn modelId="{DF18896F-7F42-4500-8AD0-6181E8694E28}" type="presOf" srcId="{F4A56385-3827-49D1-B533-953BA75136B7}" destId="{9260EF14-C09B-4543-88B7-7F45704CBA36}" srcOrd="0" destOrd="0" presId="urn:microsoft.com/office/officeart/2018/2/layout/IconVerticalSolidList"/>
    <dgm:cxn modelId="{91AFA996-5E3B-401C-B400-E70DBD4A4AB6}" srcId="{162F69A6-0780-49EA-A6A8-3965C12489B2}" destId="{2B87ECDB-C552-42F6-9B52-6548A18B206B}" srcOrd="1" destOrd="0" parTransId="{0DC560D9-C62C-41BA-8D68-CB78933BFF0C}" sibTransId="{80EFB54F-1AC8-40D9-981D-4C85160A5799}"/>
    <dgm:cxn modelId="{D572C096-14C8-487B-ABCD-6354192B80BA}" srcId="{162F69A6-0780-49EA-A6A8-3965C12489B2}" destId="{F4A56385-3827-49D1-B533-953BA75136B7}" srcOrd="4" destOrd="0" parTransId="{5C6E35C5-B6D6-42D4-9FF2-63E3FEC1E45F}" sibTransId="{E866DA3A-B427-429E-A892-4812B432ED79}"/>
    <dgm:cxn modelId="{813C1BD6-5A4A-43F4-8BF7-0645F72381AA}" srcId="{162F69A6-0780-49EA-A6A8-3965C12489B2}" destId="{30269CC2-8DD6-4402-82F3-18F164A732FF}" srcOrd="0" destOrd="0" parTransId="{4A8A3B18-A3DE-475C-8BF1-FB4B84DDA43B}" sibTransId="{2DAA2C1D-14F6-4BCA-B047-0B53ADD46F43}"/>
    <dgm:cxn modelId="{7F77D1ED-2343-4635-9FDF-CF5C9D2B3315}" type="presOf" srcId="{162F69A6-0780-49EA-A6A8-3965C12489B2}" destId="{05261D3E-3CC7-4C85-9E09-D67FC777908C}" srcOrd="0" destOrd="0" presId="urn:microsoft.com/office/officeart/2018/2/layout/IconVerticalSolidList"/>
    <dgm:cxn modelId="{9CD469EF-CF99-411A-B4B3-5B2C59AF684C}" srcId="{162F69A6-0780-49EA-A6A8-3965C12489B2}" destId="{1B1E513F-BEB7-483A-8F12-A8210AEF19E9}" srcOrd="3" destOrd="0" parTransId="{DB284026-3063-4705-B72C-ADE04469BE6D}" sibTransId="{D99C9B80-BA48-46B7-8B67-372E2AFD9E86}"/>
    <dgm:cxn modelId="{175EB5FF-CD0E-4495-8FA8-F19D1233730A}" type="presOf" srcId="{30269CC2-8DD6-4402-82F3-18F164A732FF}" destId="{F113ED77-1650-49A8-987A-A13C2A50CEA5}" srcOrd="0" destOrd="0" presId="urn:microsoft.com/office/officeart/2018/2/layout/IconVerticalSolidList"/>
    <dgm:cxn modelId="{B6784D09-C55E-4568-A257-9A4C076E72A2}" type="presParOf" srcId="{05261D3E-3CC7-4C85-9E09-D67FC777908C}" destId="{25C6FE9B-AED9-47D9-807F-76A517615FC1}" srcOrd="0" destOrd="0" presId="urn:microsoft.com/office/officeart/2018/2/layout/IconVerticalSolidList"/>
    <dgm:cxn modelId="{918FF3CA-876D-40FA-841A-AB5A28A77ED2}" type="presParOf" srcId="{25C6FE9B-AED9-47D9-807F-76A517615FC1}" destId="{99698387-9DF3-4127-A7DE-FCE3F05A3470}" srcOrd="0" destOrd="0" presId="urn:microsoft.com/office/officeart/2018/2/layout/IconVerticalSolidList"/>
    <dgm:cxn modelId="{9E8C0B32-A7B3-460A-83CF-493652F6403A}" type="presParOf" srcId="{25C6FE9B-AED9-47D9-807F-76A517615FC1}" destId="{B52E1101-E263-4511-8D8F-5A215C912C41}" srcOrd="1" destOrd="0" presId="urn:microsoft.com/office/officeart/2018/2/layout/IconVerticalSolidList"/>
    <dgm:cxn modelId="{BF3562AE-51B6-4827-AC2A-02A6C7EE6F5E}" type="presParOf" srcId="{25C6FE9B-AED9-47D9-807F-76A517615FC1}" destId="{18EFBBAF-BD9F-4030-B8A4-57CCEB350921}" srcOrd="2" destOrd="0" presId="urn:microsoft.com/office/officeart/2018/2/layout/IconVerticalSolidList"/>
    <dgm:cxn modelId="{04E3ADEA-CCED-42DB-834F-C02041D4F81B}" type="presParOf" srcId="{25C6FE9B-AED9-47D9-807F-76A517615FC1}" destId="{F113ED77-1650-49A8-987A-A13C2A50CEA5}" srcOrd="3" destOrd="0" presId="urn:microsoft.com/office/officeart/2018/2/layout/IconVerticalSolidList"/>
    <dgm:cxn modelId="{F6438E6C-D016-4A64-9005-13CAA2685ADD}" type="presParOf" srcId="{05261D3E-3CC7-4C85-9E09-D67FC777908C}" destId="{084D1940-F8FF-48AA-A0CA-908C7645C951}" srcOrd="1" destOrd="0" presId="urn:microsoft.com/office/officeart/2018/2/layout/IconVerticalSolidList"/>
    <dgm:cxn modelId="{CEB88A46-381C-4FB3-B5C2-36F0205865FC}" type="presParOf" srcId="{05261D3E-3CC7-4C85-9E09-D67FC777908C}" destId="{922A9066-91F0-4494-8CF8-01F8511B6028}" srcOrd="2" destOrd="0" presId="urn:microsoft.com/office/officeart/2018/2/layout/IconVerticalSolidList"/>
    <dgm:cxn modelId="{D1B45BFC-BE7D-41A5-ACF1-DDC855C4E453}" type="presParOf" srcId="{922A9066-91F0-4494-8CF8-01F8511B6028}" destId="{FA3369E0-5B38-4FDD-A9F5-22B9810A03F7}" srcOrd="0" destOrd="0" presId="urn:microsoft.com/office/officeart/2018/2/layout/IconVerticalSolidList"/>
    <dgm:cxn modelId="{4643A976-3E27-4CAA-B7FC-B0B83CAF8B1F}" type="presParOf" srcId="{922A9066-91F0-4494-8CF8-01F8511B6028}" destId="{FADE9C4E-BFE3-4374-BE2C-676ED238ACF2}" srcOrd="1" destOrd="0" presId="urn:microsoft.com/office/officeart/2018/2/layout/IconVerticalSolidList"/>
    <dgm:cxn modelId="{D766C06F-7B8D-459C-9FB9-C58229C29760}" type="presParOf" srcId="{922A9066-91F0-4494-8CF8-01F8511B6028}" destId="{7000F0F2-143F-4CAE-BA6B-E9C401E5437A}" srcOrd="2" destOrd="0" presId="urn:microsoft.com/office/officeart/2018/2/layout/IconVerticalSolidList"/>
    <dgm:cxn modelId="{150742EF-413B-4B94-8C6E-7E0DC782FB81}" type="presParOf" srcId="{922A9066-91F0-4494-8CF8-01F8511B6028}" destId="{AC018808-9CEA-4C61-8875-3E922AA167D7}" srcOrd="3" destOrd="0" presId="urn:microsoft.com/office/officeart/2018/2/layout/IconVerticalSolidList"/>
    <dgm:cxn modelId="{8C73B2A2-55AA-4BE8-A101-760B33AD8140}" type="presParOf" srcId="{05261D3E-3CC7-4C85-9E09-D67FC777908C}" destId="{CE46B6BD-FA9F-4C65-8E75-D8C24C71657B}" srcOrd="3" destOrd="0" presId="urn:microsoft.com/office/officeart/2018/2/layout/IconVerticalSolidList"/>
    <dgm:cxn modelId="{18BE3019-0E90-4C32-A988-157009864AD2}" type="presParOf" srcId="{05261D3E-3CC7-4C85-9E09-D67FC777908C}" destId="{B12160B6-4EC8-4B4D-A1B2-F7F5F2795F75}" srcOrd="4" destOrd="0" presId="urn:microsoft.com/office/officeart/2018/2/layout/IconVerticalSolidList"/>
    <dgm:cxn modelId="{2EEC68C7-29BF-4C02-91C1-17C5C78737B5}" type="presParOf" srcId="{B12160B6-4EC8-4B4D-A1B2-F7F5F2795F75}" destId="{DB8ABDAA-976A-4A84-A3C3-277080E19DCA}" srcOrd="0" destOrd="0" presId="urn:microsoft.com/office/officeart/2018/2/layout/IconVerticalSolidList"/>
    <dgm:cxn modelId="{F1D89C2A-76D1-4569-963D-1C92D0A16E1C}" type="presParOf" srcId="{B12160B6-4EC8-4B4D-A1B2-F7F5F2795F75}" destId="{D335376E-740A-4A47-BC5B-3381DE731CE0}" srcOrd="1" destOrd="0" presId="urn:microsoft.com/office/officeart/2018/2/layout/IconVerticalSolidList"/>
    <dgm:cxn modelId="{4E76AE4D-E418-463B-994D-6DDD4BE738C0}" type="presParOf" srcId="{B12160B6-4EC8-4B4D-A1B2-F7F5F2795F75}" destId="{BCDE90E0-E45B-4C79-BE60-A53702208276}" srcOrd="2" destOrd="0" presId="urn:microsoft.com/office/officeart/2018/2/layout/IconVerticalSolidList"/>
    <dgm:cxn modelId="{A3104C94-C425-4DC0-8A01-7FDFF0F35AAA}" type="presParOf" srcId="{B12160B6-4EC8-4B4D-A1B2-F7F5F2795F75}" destId="{8409F791-340A-4625-9294-3E680D66DB63}" srcOrd="3" destOrd="0" presId="urn:microsoft.com/office/officeart/2018/2/layout/IconVerticalSolidList"/>
    <dgm:cxn modelId="{605473B3-8AA5-4EE0-BFBA-3AB749038A35}" type="presParOf" srcId="{05261D3E-3CC7-4C85-9E09-D67FC777908C}" destId="{D4892BA4-47FA-499C-84FA-3A971E9AFE41}" srcOrd="5" destOrd="0" presId="urn:microsoft.com/office/officeart/2018/2/layout/IconVerticalSolidList"/>
    <dgm:cxn modelId="{CC9F31C5-774B-4FC3-9646-7E0EFDB54727}" type="presParOf" srcId="{05261D3E-3CC7-4C85-9E09-D67FC777908C}" destId="{390D1410-0CB7-44D5-903C-C35615DE86E1}" srcOrd="6" destOrd="0" presId="urn:microsoft.com/office/officeart/2018/2/layout/IconVerticalSolidList"/>
    <dgm:cxn modelId="{34A9E1BF-6D83-4701-9E7B-CBCD8074AEAA}" type="presParOf" srcId="{390D1410-0CB7-44D5-903C-C35615DE86E1}" destId="{C2FCE80A-DCA0-4D7F-8F72-19CB2337E588}" srcOrd="0" destOrd="0" presId="urn:microsoft.com/office/officeart/2018/2/layout/IconVerticalSolidList"/>
    <dgm:cxn modelId="{2682A58B-536A-49D1-A507-E48E245F1609}" type="presParOf" srcId="{390D1410-0CB7-44D5-903C-C35615DE86E1}" destId="{1B0B9210-632F-4BB5-B140-1FA20D3CF123}" srcOrd="1" destOrd="0" presId="urn:microsoft.com/office/officeart/2018/2/layout/IconVerticalSolidList"/>
    <dgm:cxn modelId="{59D669F7-8B16-4888-95F6-5986C0AFE631}" type="presParOf" srcId="{390D1410-0CB7-44D5-903C-C35615DE86E1}" destId="{E9B85894-F3EF-4216-9DD4-962DCF409217}" srcOrd="2" destOrd="0" presId="urn:microsoft.com/office/officeart/2018/2/layout/IconVerticalSolidList"/>
    <dgm:cxn modelId="{BD8D7B70-D5A5-475A-9EAE-2DF74A65E7A7}" type="presParOf" srcId="{390D1410-0CB7-44D5-903C-C35615DE86E1}" destId="{3CBA7321-E2AC-48FD-B351-CE3C9A4CE924}" srcOrd="3" destOrd="0" presId="urn:microsoft.com/office/officeart/2018/2/layout/IconVerticalSolidList"/>
    <dgm:cxn modelId="{A54D5403-F787-4964-8489-63C75BE2EFB6}" type="presParOf" srcId="{05261D3E-3CC7-4C85-9E09-D67FC777908C}" destId="{5E25F319-BBA5-4820-B2FC-14F8D56BF078}" srcOrd="7" destOrd="0" presId="urn:microsoft.com/office/officeart/2018/2/layout/IconVerticalSolidList"/>
    <dgm:cxn modelId="{B5AAF852-AE2E-40BE-BC22-1382A2AD5A44}" type="presParOf" srcId="{05261D3E-3CC7-4C85-9E09-D67FC777908C}" destId="{A9DA4473-F7AD-4D05-A89E-4317469C9CAC}" srcOrd="8" destOrd="0" presId="urn:microsoft.com/office/officeart/2018/2/layout/IconVerticalSolidList"/>
    <dgm:cxn modelId="{80161854-1670-4BD7-9912-A0DFE5201001}" type="presParOf" srcId="{A9DA4473-F7AD-4D05-A89E-4317469C9CAC}" destId="{343A76ED-9DD6-4B0A-830E-16ED952B3D06}" srcOrd="0" destOrd="0" presId="urn:microsoft.com/office/officeart/2018/2/layout/IconVerticalSolidList"/>
    <dgm:cxn modelId="{17AEC66B-BBFF-4EF5-B894-6B5A992F362F}" type="presParOf" srcId="{A9DA4473-F7AD-4D05-A89E-4317469C9CAC}" destId="{C21BED67-1F13-4312-815B-B5C34DAA27F9}" srcOrd="1" destOrd="0" presId="urn:microsoft.com/office/officeart/2018/2/layout/IconVerticalSolidList"/>
    <dgm:cxn modelId="{D35FF1B4-6B78-4ECE-976F-17DFD749DB9F}" type="presParOf" srcId="{A9DA4473-F7AD-4D05-A89E-4317469C9CAC}" destId="{8854FDB6-04FD-4DEB-9AB6-DDB7E532A353}" srcOrd="2" destOrd="0" presId="urn:microsoft.com/office/officeart/2018/2/layout/IconVerticalSolidList"/>
    <dgm:cxn modelId="{00C148E5-B634-4CBF-973D-0F5A3C5E09C8}" type="presParOf" srcId="{A9DA4473-F7AD-4D05-A89E-4317469C9CAC}" destId="{9260EF14-C09B-4543-88B7-7F45704CBA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2F69A6-0780-49EA-A6A8-3965C12489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0269CC2-8DD6-4402-82F3-18F164A732FF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1</a:t>
          </a:r>
        </a:p>
      </dgm:t>
    </dgm:pt>
    <dgm:pt modelId="{4A8A3B18-A3DE-475C-8BF1-FB4B84DDA43B}" type="parTrans" cxnId="{813C1BD6-5A4A-43F4-8BF7-0645F72381AA}">
      <dgm:prSet/>
      <dgm:spPr/>
      <dgm:t>
        <a:bodyPr/>
        <a:lstStyle/>
        <a:p>
          <a:endParaRPr lang="en-US"/>
        </a:p>
      </dgm:t>
    </dgm:pt>
    <dgm:pt modelId="{2DAA2C1D-14F6-4BCA-B047-0B53ADD46F43}" type="sibTrans" cxnId="{813C1BD6-5A4A-43F4-8BF7-0645F72381AA}">
      <dgm:prSet/>
      <dgm:spPr/>
      <dgm:t>
        <a:bodyPr/>
        <a:lstStyle/>
        <a:p>
          <a:endParaRPr lang="en-US"/>
        </a:p>
      </dgm:t>
    </dgm:pt>
    <dgm:pt modelId="{2B87ECDB-C552-42F6-9B52-6548A18B206B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2</a:t>
          </a:r>
        </a:p>
      </dgm:t>
    </dgm:pt>
    <dgm:pt modelId="{0DC560D9-C62C-41BA-8D68-CB78933BFF0C}" type="parTrans" cxnId="{91AFA996-5E3B-401C-B400-E70DBD4A4AB6}">
      <dgm:prSet/>
      <dgm:spPr/>
      <dgm:t>
        <a:bodyPr/>
        <a:lstStyle/>
        <a:p>
          <a:endParaRPr lang="en-US"/>
        </a:p>
      </dgm:t>
    </dgm:pt>
    <dgm:pt modelId="{80EFB54F-1AC8-40D9-981D-4C85160A5799}" type="sibTrans" cxnId="{91AFA996-5E3B-401C-B400-E70DBD4A4AB6}">
      <dgm:prSet/>
      <dgm:spPr/>
      <dgm:t>
        <a:bodyPr/>
        <a:lstStyle/>
        <a:p>
          <a:endParaRPr lang="en-US"/>
        </a:p>
      </dgm:t>
    </dgm:pt>
    <dgm:pt modelId="{419DF63C-9792-4EF5-9125-1EEF4D07C33F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3</a:t>
          </a:r>
        </a:p>
      </dgm:t>
    </dgm:pt>
    <dgm:pt modelId="{2B95E8EF-82FE-4F54-970D-D55C9AD8EC00}" type="parTrans" cxnId="{024B121E-3EE5-42C9-97D1-5E0D27C29DC3}">
      <dgm:prSet/>
      <dgm:spPr/>
      <dgm:t>
        <a:bodyPr/>
        <a:lstStyle/>
        <a:p>
          <a:endParaRPr lang="en-US"/>
        </a:p>
      </dgm:t>
    </dgm:pt>
    <dgm:pt modelId="{EA8773AB-BB82-4BF6-944E-80CD2086CE93}" type="sibTrans" cxnId="{024B121E-3EE5-42C9-97D1-5E0D27C29DC3}">
      <dgm:prSet/>
      <dgm:spPr/>
      <dgm:t>
        <a:bodyPr/>
        <a:lstStyle/>
        <a:p>
          <a:endParaRPr lang="en-US"/>
        </a:p>
      </dgm:t>
    </dgm:pt>
    <dgm:pt modelId="{1B1E513F-BEB7-483A-8F12-A8210AEF19E9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4</a:t>
          </a:r>
        </a:p>
      </dgm:t>
    </dgm:pt>
    <dgm:pt modelId="{DB284026-3063-4705-B72C-ADE04469BE6D}" type="parTrans" cxnId="{9CD469EF-CF99-411A-B4B3-5B2C59AF684C}">
      <dgm:prSet/>
      <dgm:spPr/>
      <dgm:t>
        <a:bodyPr/>
        <a:lstStyle/>
        <a:p>
          <a:endParaRPr lang="en-US"/>
        </a:p>
      </dgm:t>
    </dgm:pt>
    <dgm:pt modelId="{D99C9B80-BA48-46B7-8B67-372E2AFD9E86}" type="sibTrans" cxnId="{9CD469EF-CF99-411A-B4B3-5B2C59AF684C}">
      <dgm:prSet/>
      <dgm:spPr/>
      <dgm:t>
        <a:bodyPr/>
        <a:lstStyle/>
        <a:p>
          <a:endParaRPr lang="en-US"/>
        </a:p>
      </dgm:t>
    </dgm:pt>
    <dgm:pt modelId="{F4A56385-3827-49D1-B533-953BA75136B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Lesson 5</a:t>
          </a:r>
        </a:p>
      </dgm:t>
    </dgm:pt>
    <dgm:pt modelId="{5C6E35C5-B6D6-42D4-9FF2-63E3FEC1E45F}" type="parTrans" cxnId="{D572C096-14C8-487B-ABCD-6354192B80BA}">
      <dgm:prSet/>
      <dgm:spPr/>
      <dgm:t>
        <a:bodyPr/>
        <a:lstStyle/>
        <a:p>
          <a:endParaRPr lang="en-US"/>
        </a:p>
      </dgm:t>
    </dgm:pt>
    <dgm:pt modelId="{E866DA3A-B427-429E-A892-4812B432ED79}" type="sibTrans" cxnId="{D572C096-14C8-487B-ABCD-6354192B80BA}">
      <dgm:prSet/>
      <dgm:spPr/>
      <dgm:t>
        <a:bodyPr/>
        <a:lstStyle/>
        <a:p>
          <a:endParaRPr lang="en-US"/>
        </a:p>
      </dgm:t>
    </dgm:pt>
    <dgm:pt modelId="{05261D3E-3CC7-4C85-9E09-D67FC777908C}" type="pres">
      <dgm:prSet presAssocID="{162F69A6-0780-49EA-A6A8-3965C12489B2}" presName="root" presStyleCnt="0">
        <dgm:presLayoutVars>
          <dgm:dir/>
          <dgm:resizeHandles val="exact"/>
        </dgm:presLayoutVars>
      </dgm:prSet>
      <dgm:spPr/>
    </dgm:pt>
    <dgm:pt modelId="{25C6FE9B-AED9-47D9-807F-76A517615FC1}" type="pres">
      <dgm:prSet presAssocID="{30269CC2-8DD6-4402-82F3-18F164A732FF}" presName="compNode" presStyleCnt="0"/>
      <dgm:spPr/>
    </dgm:pt>
    <dgm:pt modelId="{99698387-9DF3-4127-A7DE-FCE3F05A3470}" type="pres">
      <dgm:prSet presAssocID="{30269CC2-8DD6-4402-82F3-18F164A732FF}" presName="bgRect" presStyleLbl="bgShp" presStyleIdx="0" presStyleCnt="5"/>
      <dgm:spPr>
        <a:prstGeom prst="rect">
          <a:avLst/>
        </a:prstGeom>
        <a:gradFill rotWithShape="0">
          <a:gsLst>
            <a:gs pos="0">
              <a:schemeClr val="tx1">
                <a:lumMod val="75000"/>
                <a:lumOff val="25000"/>
              </a:schemeClr>
            </a:gs>
            <a:gs pos="15929">
              <a:schemeClr val="tx1">
                <a:lumMod val="85000"/>
                <a:lumOff val="15000"/>
              </a:schemeClr>
            </a:gs>
            <a:gs pos="97000">
              <a:schemeClr val="tx1">
                <a:lumMod val="85000"/>
                <a:lumOff val="15000"/>
              </a:schemeClr>
            </a:gs>
            <a:gs pos="100000">
              <a:schemeClr val="accent2">
                <a:lumMod val="75000"/>
              </a:schemeClr>
            </a:gs>
          </a:gsLst>
          <a:lin ang="10800000" scaled="0"/>
        </a:gradFill>
      </dgm:spPr>
    </dgm:pt>
    <dgm:pt modelId="{B52E1101-E263-4511-8D8F-5A215C912C41}" type="pres">
      <dgm:prSet presAssocID="{30269CC2-8DD6-4402-82F3-18F164A732FF}" presName="iconRect" presStyleLbl="node1" presStyleIdx="0" presStyleCnt="5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y"/>
        </a:ext>
      </dgm:extLst>
    </dgm:pt>
    <dgm:pt modelId="{18EFBBAF-BD9F-4030-B8A4-57CCEB350921}" type="pres">
      <dgm:prSet presAssocID="{30269CC2-8DD6-4402-82F3-18F164A732FF}" presName="spaceRect" presStyleCnt="0"/>
      <dgm:spPr/>
    </dgm:pt>
    <dgm:pt modelId="{F113ED77-1650-49A8-987A-A13C2A50CEA5}" type="pres">
      <dgm:prSet presAssocID="{30269CC2-8DD6-4402-82F3-18F164A732FF}" presName="parTx" presStyleLbl="revTx" presStyleIdx="0" presStyleCnt="5">
        <dgm:presLayoutVars>
          <dgm:chMax val="0"/>
          <dgm:chPref val="0"/>
        </dgm:presLayoutVars>
      </dgm:prSet>
      <dgm:spPr/>
    </dgm:pt>
    <dgm:pt modelId="{084D1940-F8FF-48AA-A0CA-908C7645C951}" type="pres">
      <dgm:prSet presAssocID="{2DAA2C1D-14F6-4BCA-B047-0B53ADD46F43}" presName="sibTrans" presStyleCnt="0"/>
      <dgm:spPr/>
    </dgm:pt>
    <dgm:pt modelId="{922A9066-91F0-4494-8CF8-01F8511B6028}" type="pres">
      <dgm:prSet presAssocID="{2B87ECDB-C552-42F6-9B52-6548A18B206B}" presName="compNode" presStyleCnt="0"/>
      <dgm:spPr/>
    </dgm:pt>
    <dgm:pt modelId="{FA3369E0-5B38-4FDD-A9F5-22B9810A03F7}" type="pres">
      <dgm:prSet presAssocID="{2B87ECDB-C552-42F6-9B52-6548A18B206B}" presName="bgRect" presStyleLbl="bgShp" presStyleIdx="1" presStyleCnt="5"/>
      <dgm:spPr>
        <a:xfrm>
          <a:off x="0" y="1249576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FADE9C4E-BFE3-4374-BE2C-676ED238ACF2}" type="pres">
      <dgm:prSet presAssocID="{2B87ECDB-C552-42F6-9B52-6548A18B206B}" presName="iconRect" presStyleLbl="node1" presStyleIdx="1" presStyleCnt="5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7000F0F2-143F-4CAE-BA6B-E9C401E5437A}" type="pres">
      <dgm:prSet presAssocID="{2B87ECDB-C552-42F6-9B52-6548A18B206B}" presName="spaceRect" presStyleCnt="0"/>
      <dgm:spPr/>
    </dgm:pt>
    <dgm:pt modelId="{AC018808-9CEA-4C61-8875-3E922AA167D7}" type="pres">
      <dgm:prSet presAssocID="{2B87ECDB-C552-42F6-9B52-6548A18B206B}" presName="parTx" presStyleLbl="revTx" presStyleIdx="1" presStyleCnt="5">
        <dgm:presLayoutVars>
          <dgm:chMax val="0"/>
          <dgm:chPref val="0"/>
        </dgm:presLayoutVars>
      </dgm:prSet>
      <dgm:spPr/>
    </dgm:pt>
    <dgm:pt modelId="{CE46B6BD-FA9F-4C65-8E75-D8C24C71657B}" type="pres">
      <dgm:prSet presAssocID="{80EFB54F-1AC8-40D9-981D-4C85160A5799}" presName="sibTrans" presStyleCnt="0"/>
      <dgm:spPr/>
    </dgm:pt>
    <dgm:pt modelId="{B12160B6-4EC8-4B4D-A1B2-F7F5F2795F75}" type="pres">
      <dgm:prSet presAssocID="{419DF63C-9792-4EF5-9125-1EEF4D07C33F}" presName="compNode" presStyleCnt="0"/>
      <dgm:spPr/>
    </dgm:pt>
    <dgm:pt modelId="{DB8ABDAA-976A-4A84-A3C3-277080E19DCA}" type="pres">
      <dgm:prSet presAssocID="{419DF63C-9792-4EF5-9125-1EEF4D07C33F}" presName="bgRect" presStyleLbl="bgShp" presStyleIdx="2" presStyleCnt="5"/>
      <dgm:spPr>
        <a:xfrm>
          <a:off x="0" y="24944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D335376E-740A-4A47-BC5B-3381DE731CE0}" type="pres">
      <dgm:prSet presAssocID="{419DF63C-9792-4EF5-9125-1EEF4D07C33F}" presName="iconRect" presStyleLbl="node1" presStyleIdx="2" presStyleCnt="5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Enrollment"/>
        </a:ext>
      </dgm:extLst>
    </dgm:pt>
    <dgm:pt modelId="{BCDE90E0-E45B-4C79-BE60-A53702208276}" type="pres">
      <dgm:prSet presAssocID="{419DF63C-9792-4EF5-9125-1EEF4D07C33F}" presName="spaceRect" presStyleCnt="0"/>
      <dgm:spPr/>
    </dgm:pt>
    <dgm:pt modelId="{8409F791-340A-4625-9294-3E680D66DB63}" type="pres">
      <dgm:prSet presAssocID="{419DF63C-9792-4EF5-9125-1EEF4D07C33F}" presName="parTx" presStyleLbl="revTx" presStyleIdx="2" presStyleCnt="5">
        <dgm:presLayoutVars>
          <dgm:chMax val="0"/>
          <dgm:chPref val="0"/>
        </dgm:presLayoutVars>
      </dgm:prSet>
      <dgm:spPr/>
    </dgm:pt>
    <dgm:pt modelId="{D4892BA4-47FA-499C-84FA-3A971E9AFE41}" type="pres">
      <dgm:prSet presAssocID="{EA8773AB-BB82-4BF6-944E-80CD2086CE93}" presName="sibTrans" presStyleCnt="0"/>
      <dgm:spPr/>
    </dgm:pt>
    <dgm:pt modelId="{390D1410-0CB7-44D5-903C-C35615DE86E1}" type="pres">
      <dgm:prSet presAssocID="{1B1E513F-BEB7-483A-8F12-A8210AEF19E9}" presName="compNode" presStyleCnt="0"/>
      <dgm:spPr/>
    </dgm:pt>
    <dgm:pt modelId="{C2FCE80A-DCA0-4D7F-8F72-19CB2337E588}" type="pres">
      <dgm:prSet presAssocID="{1B1E513F-BEB7-483A-8F12-A8210AEF19E9}" presName="bgRect" presStyleLbl="bgShp" presStyleIdx="3" presStyleCnt="5"/>
      <dgm:spPr>
        <a:xfrm>
          <a:off x="0" y="37393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1B0B9210-632F-4BB5-B140-1FA20D3CF123}" type="pres">
      <dgm:prSet presAssocID="{1B1E513F-BEB7-483A-8F12-A8210AEF19E9}" presName="iconRect" presStyleLbl="node1" presStyleIdx="3" presStyleCnt="5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xOutline"/>
        </a:ext>
      </dgm:extLst>
    </dgm:pt>
    <dgm:pt modelId="{E9B85894-F3EF-4216-9DD4-962DCF409217}" type="pres">
      <dgm:prSet presAssocID="{1B1E513F-BEB7-483A-8F12-A8210AEF19E9}" presName="spaceRect" presStyleCnt="0"/>
      <dgm:spPr/>
    </dgm:pt>
    <dgm:pt modelId="{3CBA7321-E2AC-48FD-B351-CE3C9A4CE924}" type="pres">
      <dgm:prSet presAssocID="{1B1E513F-BEB7-483A-8F12-A8210AEF19E9}" presName="parTx" presStyleLbl="revTx" presStyleIdx="3" presStyleCnt="5">
        <dgm:presLayoutVars>
          <dgm:chMax val="0"/>
          <dgm:chPref val="0"/>
        </dgm:presLayoutVars>
      </dgm:prSet>
      <dgm:spPr/>
    </dgm:pt>
    <dgm:pt modelId="{5E25F319-BBA5-4820-B2FC-14F8D56BF078}" type="pres">
      <dgm:prSet presAssocID="{D99C9B80-BA48-46B7-8B67-372E2AFD9E86}" presName="sibTrans" presStyleCnt="0"/>
      <dgm:spPr/>
    </dgm:pt>
    <dgm:pt modelId="{A9DA4473-F7AD-4D05-A89E-4317469C9CAC}" type="pres">
      <dgm:prSet presAssocID="{F4A56385-3827-49D1-B533-953BA75136B7}" presName="compNode" presStyleCnt="0"/>
      <dgm:spPr/>
    </dgm:pt>
    <dgm:pt modelId="{343A76ED-9DD6-4B0A-830E-16ED952B3D06}" type="pres">
      <dgm:prSet presAssocID="{F4A56385-3827-49D1-B533-953BA75136B7}" presName="bgRect" presStyleLbl="bgShp" presStyleIdx="4" presStyleCnt="5"/>
      <dgm:spPr>
        <a:xfrm>
          <a:off x="0" y="4984278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gm:spPr>
    </dgm:pt>
    <dgm:pt modelId="{C21BED67-1F13-4312-815B-B5C34DAA27F9}" type="pres">
      <dgm:prSet presAssocID="{F4A56385-3827-49D1-B533-953BA75136B7}" presName="iconRect" presStyleLbl="node1" presStyleIdx="4" presStyleCnt="5"/>
      <dgm:spPr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er"/>
        </a:ext>
      </dgm:extLst>
    </dgm:pt>
    <dgm:pt modelId="{8854FDB6-04FD-4DEB-9AB6-DDB7E532A353}" type="pres">
      <dgm:prSet presAssocID="{F4A56385-3827-49D1-B533-953BA75136B7}" presName="spaceRect" presStyleCnt="0"/>
      <dgm:spPr/>
    </dgm:pt>
    <dgm:pt modelId="{9260EF14-C09B-4543-88B7-7F45704CBA36}" type="pres">
      <dgm:prSet presAssocID="{F4A56385-3827-49D1-B533-953BA75136B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24B121E-3EE5-42C9-97D1-5E0D27C29DC3}" srcId="{162F69A6-0780-49EA-A6A8-3965C12489B2}" destId="{419DF63C-9792-4EF5-9125-1EEF4D07C33F}" srcOrd="2" destOrd="0" parTransId="{2B95E8EF-82FE-4F54-970D-D55C9AD8EC00}" sibTransId="{EA8773AB-BB82-4BF6-944E-80CD2086CE93}"/>
    <dgm:cxn modelId="{D7E7903A-483E-4876-8C77-EEB10661B95B}" type="presOf" srcId="{1B1E513F-BEB7-483A-8F12-A8210AEF19E9}" destId="{3CBA7321-E2AC-48FD-B351-CE3C9A4CE924}" srcOrd="0" destOrd="0" presId="urn:microsoft.com/office/officeart/2018/2/layout/IconVerticalSolidList"/>
    <dgm:cxn modelId="{C9B7BD43-67DC-4CD4-86B0-92B8BFA59068}" type="presOf" srcId="{2B87ECDB-C552-42F6-9B52-6548A18B206B}" destId="{AC018808-9CEA-4C61-8875-3E922AA167D7}" srcOrd="0" destOrd="0" presId="urn:microsoft.com/office/officeart/2018/2/layout/IconVerticalSolidList"/>
    <dgm:cxn modelId="{92648A4D-7D0D-48F5-96E4-BF8EC541B3A9}" type="presOf" srcId="{419DF63C-9792-4EF5-9125-1EEF4D07C33F}" destId="{8409F791-340A-4625-9294-3E680D66DB63}" srcOrd="0" destOrd="0" presId="urn:microsoft.com/office/officeart/2018/2/layout/IconVerticalSolidList"/>
    <dgm:cxn modelId="{DF18896F-7F42-4500-8AD0-6181E8694E28}" type="presOf" srcId="{F4A56385-3827-49D1-B533-953BA75136B7}" destId="{9260EF14-C09B-4543-88B7-7F45704CBA36}" srcOrd="0" destOrd="0" presId="urn:microsoft.com/office/officeart/2018/2/layout/IconVerticalSolidList"/>
    <dgm:cxn modelId="{91AFA996-5E3B-401C-B400-E70DBD4A4AB6}" srcId="{162F69A6-0780-49EA-A6A8-3965C12489B2}" destId="{2B87ECDB-C552-42F6-9B52-6548A18B206B}" srcOrd="1" destOrd="0" parTransId="{0DC560D9-C62C-41BA-8D68-CB78933BFF0C}" sibTransId="{80EFB54F-1AC8-40D9-981D-4C85160A5799}"/>
    <dgm:cxn modelId="{D572C096-14C8-487B-ABCD-6354192B80BA}" srcId="{162F69A6-0780-49EA-A6A8-3965C12489B2}" destId="{F4A56385-3827-49D1-B533-953BA75136B7}" srcOrd="4" destOrd="0" parTransId="{5C6E35C5-B6D6-42D4-9FF2-63E3FEC1E45F}" sibTransId="{E866DA3A-B427-429E-A892-4812B432ED79}"/>
    <dgm:cxn modelId="{813C1BD6-5A4A-43F4-8BF7-0645F72381AA}" srcId="{162F69A6-0780-49EA-A6A8-3965C12489B2}" destId="{30269CC2-8DD6-4402-82F3-18F164A732FF}" srcOrd="0" destOrd="0" parTransId="{4A8A3B18-A3DE-475C-8BF1-FB4B84DDA43B}" sibTransId="{2DAA2C1D-14F6-4BCA-B047-0B53ADD46F43}"/>
    <dgm:cxn modelId="{7F77D1ED-2343-4635-9FDF-CF5C9D2B3315}" type="presOf" srcId="{162F69A6-0780-49EA-A6A8-3965C12489B2}" destId="{05261D3E-3CC7-4C85-9E09-D67FC777908C}" srcOrd="0" destOrd="0" presId="urn:microsoft.com/office/officeart/2018/2/layout/IconVerticalSolidList"/>
    <dgm:cxn modelId="{9CD469EF-CF99-411A-B4B3-5B2C59AF684C}" srcId="{162F69A6-0780-49EA-A6A8-3965C12489B2}" destId="{1B1E513F-BEB7-483A-8F12-A8210AEF19E9}" srcOrd="3" destOrd="0" parTransId="{DB284026-3063-4705-B72C-ADE04469BE6D}" sibTransId="{D99C9B80-BA48-46B7-8B67-372E2AFD9E86}"/>
    <dgm:cxn modelId="{175EB5FF-CD0E-4495-8FA8-F19D1233730A}" type="presOf" srcId="{30269CC2-8DD6-4402-82F3-18F164A732FF}" destId="{F113ED77-1650-49A8-987A-A13C2A50CEA5}" srcOrd="0" destOrd="0" presId="urn:microsoft.com/office/officeart/2018/2/layout/IconVerticalSolidList"/>
    <dgm:cxn modelId="{B6784D09-C55E-4568-A257-9A4C076E72A2}" type="presParOf" srcId="{05261D3E-3CC7-4C85-9E09-D67FC777908C}" destId="{25C6FE9B-AED9-47D9-807F-76A517615FC1}" srcOrd="0" destOrd="0" presId="urn:microsoft.com/office/officeart/2018/2/layout/IconVerticalSolidList"/>
    <dgm:cxn modelId="{918FF3CA-876D-40FA-841A-AB5A28A77ED2}" type="presParOf" srcId="{25C6FE9B-AED9-47D9-807F-76A517615FC1}" destId="{99698387-9DF3-4127-A7DE-FCE3F05A3470}" srcOrd="0" destOrd="0" presId="urn:microsoft.com/office/officeart/2018/2/layout/IconVerticalSolidList"/>
    <dgm:cxn modelId="{9E8C0B32-A7B3-460A-83CF-493652F6403A}" type="presParOf" srcId="{25C6FE9B-AED9-47D9-807F-76A517615FC1}" destId="{B52E1101-E263-4511-8D8F-5A215C912C41}" srcOrd="1" destOrd="0" presId="urn:microsoft.com/office/officeart/2018/2/layout/IconVerticalSolidList"/>
    <dgm:cxn modelId="{BF3562AE-51B6-4827-AC2A-02A6C7EE6F5E}" type="presParOf" srcId="{25C6FE9B-AED9-47D9-807F-76A517615FC1}" destId="{18EFBBAF-BD9F-4030-B8A4-57CCEB350921}" srcOrd="2" destOrd="0" presId="urn:microsoft.com/office/officeart/2018/2/layout/IconVerticalSolidList"/>
    <dgm:cxn modelId="{04E3ADEA-CCED-42DB-834F-C02041D4F81B}" type="presParOf" srcId="{25C6FE9B-AED9-47D9-807F-76A517615FC1}" destId="{F113ED77-1650-49A8-987A-A13C2A50CEA5}" srcOrd="3" destOrd="0" presId="urn:microsoft.com/office/officeart/2018/2/layout/IconVerticalSolidList"/>
    <dgm:cxn modelId="{F6438E6C-D016-4A64-9005-13CAA2685ADD}" type="presParOf" srcId="{05261D3E-3CC7-4C85-9E09-D67FC777908C}" destId="{084D1940-F8FF-48AA-A0CA-908C7645C951}" srcOrd="1" destOrd="0" presId="urn:microsoft.com/office/officeart/2018/2/layout/IconVerticalSolidList"/>
    <dgm:cxn modelId="{CEB88A46-381C-4FB3-B5C2-36F0205865FC}" type="presParOf" srcId="{05261D3E-3CC7-4C85-9E09-D67FC777908C}" destId="{922A9066-91F0-4494-8CF8-01F8511B6028}" srcOrd="2" destOrd="0" presId="urn:microsoft.com/office/officeart/2018/2/layout/IconVerticalSolidList"/>
    <dgm:cxn modelId="{D1B45BFC-BE7D-41A5-ACF1-DDC855C4E453}" type="presParOf" srcId="{922A9066-91F0-4494-8CF8-01F8511B6028}" destId="{FA3369E0-5B38-4FDD-A9F5-22B9810A03F7}" srcOrd="0" destOrd="0" presId="urn:microsoft.com/office/officeart/2018/2/layout/IconVerticalSolidList"/>
    <dgm:cxn modelId="{4643A976-3E27-4CAA-B7FC-B0B83CAF8B1F}" type="presParOf" srcId="{922A9066-91F0-4494-8CF8-01F8511B6028}" destId="{FADE9C4E-BFE3-4374-BE2C-676ED238ACF2}" srcOrd="1" destOrd="0" presId="urn:microsoft.com/office/officeart/2018/2/layout/IconVerticalSolidList"/>
    <dgm:cxn modelId="{D766C06F-7B8D-459C-9FB9-C58229C29760}" type="presParOf" srcId="{922A9066-91F0-4494-8CF8-01F8511B6028}" destId="{7000F0F2-143F-4CAE-BA6B-E9C401E5437A}" srcOrd="2" destOrd="0" presId="urn:microsoft.com/office/officeart/2018/2/layout/IconVerticalSolidList"/>
    <dgm:cxn modelId="{150742EF-413B-4B94-8C6E-7E0DC782FB81}" type="presParOf" srcId="{922A9066-91F0-4494-8CF8-01F8511B6028}" destId="{AC018808-9CEA-4C61-8875-3E922AA167D7}" srcOrd="3" destOrd="0" presId="urn:microsoft.com/office/officeart/2018/2/layout/IconVerticalSolidList"/>
    <dgm:cxn modelId="{8C73B2A2-55AA-4BE8-A101-760B33AD8140}" type="presParOf" srcId="{05261D3E-3CC7-4C85-9E09-D67FC777908C}" destId="{CE46B6BD-FA9F-4C65-8E75-D8C24C71657B}" srcOrd="3" destOrd="0" presId="urn:microsoft.com/office/officeart/2018/2/layout/IconVerticalSolidList"/>
    <dgm:cxn modelId="{18BE3019-0E90-4C32-A988-157009864AD2}" type="presParOf" srcId="{05261D3E-3CC7-4C85-9E09-D67FC777908C}" destId="{B12160B6-4EC8-4B4D-A1B2-F7F5F2795F75}" srcOrd="4" destOrd="0" presId="urn:microsoft.com/office/officeart/2018/2/layout/IconVerticalSolidList"/>
    <dgm:cxn modelId="{2EEC68C7-29BF-4C02-91C1-17C5C78737B5}" type="presParOf" srcId="{B12160B6-4EC8-4B4D-A1B2-F7F5F2795F75}" destId="{DB8ABDAA-976A-4A84-A3C3-277080E19DCA}" srcOrd="0" destOrd="0" presId="urn:microsoft.com/office/officeart/2018/2/layout/IconVerticalSolidList"/>
    <dgm:cxn modelId="{F1D89C2A-76D1-4569-963D-1C92D0A16E1C}" type="presParOf" srcId="{B12160B6-4EC8-4B4D-A1B2-F7F5F2795F75}" destId="{D335376E-740A-4A47-BC5B-3381DE731CE0}" srcOrd="1" destOrd="0" presId="urn:microsoft.com/office/officeart/2018/2/layout/IconVerticalSolidList"/>
    <dgm:cxn modelId="{4E76AE4D-E418-463B-994D-6DDD4BE738C0}" type="presParOf" srcId="{B12160B6-4EC8-4B4D-A1B2-F7F5F2795F75}" destId="{BCDE90E0-E45B-4C79-BE60-A53702208276}" srcOrd="2" destOrd="0" presId="urn:microsoft.com/office/officeart/2018/2/layout/IconVerticalSolidList"/>
    <dgm:cxn modelId="{A3104C94-C425-4DC0-8A01-7FDFF0F35AAA}" type="presParOf" srcId="{B12160B6-4EC8-4B4D-A1B2-F7F5F2795F75}" destId="{8409F791-340A-4625-9294-3E680D66DB63}" srcOrd="3" destOrd="0" presId="urn:microsoft.com/office/officeart/2018/2/layout/IconVerticalSolidList"/>
    <dgm:cxn modelId="{605473B3-8AA5-4EE0-BFBA-3AB749038A35}" type="presParOf" srcId="{05261D3E-3CC7-4C85-9E09-D67FC777908C}" destId="{D4892BA4-47FA-499C-84FA-3A971E9AFE41}" srcOrd="5" destOrd="0" presId="urn:microsoft.com/office/officeart/2018/2/layout/IconVerticalSolidList"/>
    <dgm:cxn modelId="{CC9F31C5-774B-4FC3-9646-7E0EFDB54727}" type="presParOf" srcId="{05261D3E-3CC7-4C85-9E09-D67FC777908C}" destId="{390D1410-0CB7-44D5-903C-C35615DE86E1}" srcOrd="6" destOrd="0" presId="urn:microsoft.com/office/officeart/2018/2/layout/IconVerticalSolidList"/>
    <dgm:cxn modelId="{34A9E1BF-6D83-4701-9E7B-CBCD8074AEAA}" type="presParOf" srcId="{390D1410-0CB7-44D5-903C-C35615DE86E1}" destId="{C2FCE80A-DCA0-4D7F-8F72-19CB2337E588}" srcOrd="0" destOrd="0" presId="urn:microsoft.com/office/officeart/2018/2/layout/IconVerticalSolidList"/>
    <dgm:cxn modelId="{2682A58B-536A-49D1-A507-E48E245F1609}" type="presParOf" srcId="{390D1410-0CB7-44D5-903C-C35615DE86E1}" destId="{1B0B9210-632F-4BB5-B140-1FA20D3CF123}" srcOrd="1" destOrd="0" presId="urn:microsoft.com/office/officeart/2018/2/layout/IconVerticalSolidList"/>
    <dgm:cxn modelId="{59D669F7-8B16-4888-95F6-5986C0AFE631}" type="presParOf" srcId="{390D1410-0CB7-44D5-903C-C35615DE86E1}" destId="{E9B85894-F3EF-4216-9DD4-962DCF409217}" srcOrd="2" destOrd="0" presId="urn:microsoft.com/office/officeart/2018/2/layout/IconVerticalSolidList"/>
    <dgm:cxn modelId="{BD8D7B70-D5A5-475A-9EAE-2DF74A65E7A7}" type="presParOf" srcId="{390D1410-0CB7-44D5-903C-C35615DE86E1}" destId="{3CBA7321-E2AC-48FD-B351-CE3C9A4CE924}" srcOrd="3" destOrd="0" presId="urn:microsoft.com/office/officeart/2018/2/layout/IconVerticalSolidList"/>
    <dgm:cxn modelId="{A54D5403-F787-4964-8489-63C75BE2EFB6}" type="presParOf" srcId="{05261D3E-3CC7-4C85-9E09-D67FC777908C}" destId="{5E25F319-BBA5-4820-B2FC-14F8D56BF078}" srcOrd="7" destOrd="0" presId="urn:microsoft.com/office/officeart/2018/2/layout/IconVerticalSolidList"/>
    <dgm:cxn modelId="{B5AAF852-AE2E-40BE-BC22-1382A2AD5A44}" type="presParOf" srcId="{05261D3E-3CC7-4C85-9E09-D67FC777908C}" destId="{A9DA4473-F7AD-4D05-A89E-4317469C9CAC}" srcOrd="8" destOrd="0" presId="urn:microsoft.com/office/officeart/2018/2/layout/IconVerticalSolidList"/>
    <dgm:cxn modelId="{80161854-1670-4BD7-9912-A0DFE5201001}" type="presParOf" srcId="{A9DA4473-F7AD-4D05-A89E-4317469C9CAC}" destId="{343A76ED-9DD6-4B0A-830E-16ED952B3D06}" srcOrd="0" destOrd="0" presId="urn:microsoft.com/office/officeart/2018/2/layout/IconVerticalSolidList"/>
    <dgm:cxn modelId="{17AEC66B-BBFF-4EF5-B894-6B5A992F362F}" type="presParOf" srcId="{A9DA4473-F7AD-4D05-A89E-4317469C9CAC}" destId="{C21BED67-1F13-4312-815B-B5C34DAA27F9}" srcOrd="1" destOrd="0" presId="urn:microsoft.com/office/officeart/2018/2/layout/IconVerticalSolidList"/>
    <dgm:cxn modelId="{D35FF1B4-6B78-4ECE-976F-17DFD749DB9F}" type="presParOf" srcId="{A9DA4473-F7AD-4D05-A89E-4317469C9CAC}" destId="{8854FDB6-04FD-4DEB-9AB6-DDB7E532A353}" srcOrd="2" destOrd="0" presId="urn:microsoft.com/office/officeart/2018/2/layout/IconVerticalSolidList"/>
    <dgm:cxn modelId="{00C148E5-B634-4CBF-973D-0F5A3C5E09C8}" type="presParOf" srcId="{A9DA4473-F7AD-4D05-A89E-4317469C9CAC}" destId="{9260EF14-C09B-4543-88B7-7F45704CBA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92402E-D48E-4A20-9102-45582919617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49DF98-867D-48FD-8C6A-11619CC54E26}">
      <dgm:prSet custT="1"/>
      <dgm:spPr>
        <a:solidFill>
          <a:schemeClr val="accent2"/>
        </a:solidFill>
        <a:ln>
          <a:noFill/>
        </a:ln>
      </dgm:spPr>
      <dgm:t>
        <a:bodyPr/>
        <a:lstStyle/>
        <a:p>
          <a:r>
            <a:rPr lang="en-ZA" sz="2800" dirty="0">
              <a:solidFill>
                <a:schemeClr val="tx1"/>
              </a:solidFill>
            </a:rPr>
            <a:t>We will cover these skills</a:t>
          </a:r>
          <a:endParaRPr lang="en-US" sz="2800" dirty="0">
            <a:solidFill>
              <a:schemeClr val="tx1"/>
            </a:solidFill>
          </a:endParaRPr>
        </a:p>
      </dgm:t>
    </dgm:pt>
    <dgm:pt modelId="{68E16295-5968-427D-8FEC-140904115879}" type="parTrans" cxnId="{1514D9C3-0364-4D35-B599-B493CBB9F80D}">
      <dgm:prSet/>
      <dgm:spPr/>
      <dgm:t>
        <a:bodyPr/>
        <a:lstStyle/>
        <a:p>
          <a:endParaRPr lang="en-US" sz="2800"/>
        </a:p>
      </dgm:t>
    </dgm:pt>
    <dgm:pt modelId="{C8FD5B74-EA17-4780-8EAB-5CC8C9F831ED}" type="sibTrans" cxnId="{1514D9C3-0364-4D35-B599-B493CBB9F80D}">
      <dgm:prSet/>
      <dgm:spPr/>
      <dgm:t>
        <a:bodyPr/>
        <a:lstStyle/>
        <a:p>
          <a:endParaRPr lang="en-US" sz="2800"/>
        </a:p>
      </dgm:t>
    </dgm:pt>
    <dgm:pt modelId="{5395F473-4B00-496B-B453-6451BF799B09}">
      <dgm:prSet custT="1"/>
      <dgm:spPr>
        <a:noFill/>
        <a:ln>
          <a:noFill/>
        </a:ln>
      </dgm:spPr>
      <dgm:t>
        <a:bodyPr/>
        <a:lstStyle/>
        <a:p>
          <a:pPr>
            <a:buClr>
              <a:schemeClr val="accent2"/>
            </a:buClr>
            <a:buFont typeface="Wingdings" panose="05000000000000000000" pitchFamily="2" charset="2"/>
            <a:buChar char="§"/>
          </a:pPr>
          <a:r>
            <a:rPr lang="en-ZA" sz="2800" dirty="0">
              <a:solidFill>
                <a:schemeClr val="bg1"/>
              </a:solidFill>
            </a:rPr>
            <a:t>First skill</a:t>
          </a:r>
          <a:endParaRPr lang="en-US" sz="2800" dirty="0">
            <a:solidFill>
              <a:schemeClr val="bg1"/>
            </a:solidFill>
          </a:endParaRPr>
        </a:p>
      </dgm:t>
    </dgm:pt>
    <dgm:pt modelId="{9C1152B7-4D34-4CA0-9DDC-F21FD4AEAD28}" type="parTrans" cxnId="{5982C12B-3881-4E5F-910B-CA265FD5E102}">
      <dgm:prSet/>
      <dgm:spPr/>
      <dgm:t>
        <a:bodyPr/>
        <a:lstStyle/>
        <a:p>
          <a:endParaRPr lang="en-US" sz="2800"/>
        </a:p>
      </dgm:t>
    </dgm:pt>
    <dgm:pt modelId="{169C7AF9-916F-47C4-A9C3-3ACADEA4D272}" type="sibTrans" cxnId="{5982C12B-3881-4E5F-910B-CA265FD5E102}">
      <dgm:prSet/>
      <dgm:spPr/>
      <dgm:t>
        <a:bodyPr/>
        <a:lstStyle/>
        <a:p>
          <a:endParaRPr lang="en-US" sz="2800"/>
        </a:p>
      </dgm:t>
    </dgm:pt>
    <dgm:pt modelId="{ED7BFBCA-85AB-470A-B757-1414C645E6DE}">
      <dgm:prSet custT="1"/>
      <dgm:spPr>
        <a:noFill/>
        <a:ln>
          <a:noFill/>
        </a:ln>
      </dgm:spPr>
      <dgm:t>
        <a:bodyPr/>
        <a:lstStyle/>
        <a:p>
          <a:pPr>
            <a:buClr>
              <a:schemeClr val="accent2"/>
            </a:buClr>
            <a:buFont typeface="Wingdings" panose="05000000000000000000" pitchFamily="2" charset="2"/>
            <a:buChar char="§"/>
          </a:pPr>
          <a:r>
            <a:rPr lang="en-ZA" sz="2800" dirty="0">
              <a:solidFill>
                <a:schemeClr val="bg1"/>
              </a:solidFill>
            </a:rPr>
            <a:t>Second skill</a:t>
          </a:r>
          <a:endParaRPr lang="en-US" sz="2800" dirty="0">
            <a:solidFill>
              <a:schemeClr val="bg1"/>
            </a:solidFill>
          </a:endParaRPr>
        </a:p>
      </dgm:t>
    </dgm:pt>
    <dgm:pt modelId="{B49CC6F4-1BCE-47E4-B510-CFFABFF8574B}" type="parTrans" cxnId="{CADA49E7-D7E4-4B04-9DDF-B5A55F3314AF}">
      <dgm:prSet/>
      <dgm:spPr/>
      <dgm:t>
        <a:bodyPr/>
        <a:lstStyle/>
        <a:p>
          <a:endParaRPr lang="en-US" sz="2800"/>
        </a:p>
      </dgm:t>
    </dgm:pt>
    <dgm:pt modelId="{C0C02030-8E95-4FBF-B65E-3B9A5576FA0F}" type="sibTrans" cxnId="{CADA49E7-D7E4-4B04-9DDF-B5A55F3314AF}">
      <dgm:prSet/>
      <dgm:spPr/>
      <dgm:t>
        <a:bodyPr/>
        <a:lstStyle/>
        <a:p>
          <a:endParaRPr lang="en-US" sz="2800"/>
        </a:p>
      </dgm:t>
    </dgm:pt>
    <dgm:pt modelId="{2904A716-59B7-4104-AC29-2F533F57D625}">
      <dgm:prSet custT="1"/>
      <dgm:spPr>
        <a:noFill/>
        <a:ln>
          <a:noFill/>
        </a:ln>
      </dgm:spPr>
      <dgm:t>
        <a:bodyPr/>
        <a:lstStyle/>
        <a:p>
          <a:pPr>
            <a:buClr>
              <a:schemeClr val="accent2"/>
            </a:buClr>
            <a:buFont typeface="Wingdings" panose="05000000000000000000" pitchFamily="2" charset="2"/>
            <a:buChar char="§"/>
          </a:pPr>
          <a:r>
            <a:rPr lang="en-ZA" sz="2800" dirty="0">
              <a:solidFill>
                <a:schemeClr val="bg1"/>
              </a:solidFill>
            </a:rPr>
            <a:t>Third skill</a:t>
          </a:r>
          <a:endParaRPr lang="en-US" sz="2800" dirty="0">
            <a:solidFill>
              <a:schemeClr val="bg1"/>
            </a:solidFill>
          </a:endParaRPr>
        </a:p>
      </dgm:t>
    </dgm:pt>
    <dgm:pt modelId="{9B32CB96-1CE6-4CA6-98D9-C2203F6FCB19}" type="parTrans" cxnId="{769AC2E0-480D-41AB-BE4C-F01603F65A64}">
      <dgm:prSet/>
      <dgm:spPr/>
      <dgm:t>
        <a:bodyPr/>
        <a:lstStyle/>
        <a:p>
          <a:endParaRPr lang="en-US" sz="2800"/>
        </a:p>
      </dgm:t>
    </dgm:pt>
    <dgm:pt modelId="{14A70495-26CC-4CC9-BF87-1FC52EE50B35}" type="sibTrans" cxnId="{769AC2E0-480D-41AB-BE4C-F01603F65A64}">
      <dgm:prSet/>
      <dgm:spPr/>
      <dgm:t>
        <a:bodyPr/>
        <a:lstStyle/>
        <a:p>
          <a:endParaRPr lang="en-US" sz="2800"/>
        </a:p>
      </dgm:t>
    </dgm:pt>
    <dgm:pt modelId="{48838873-4431-4954-9171-1238775AC576}" type="pres">
      <dgm:prSet presAssocID="{B192402E-D48E-4A20-9102-455829196172}" presName="linear" presStyleCnt="0">
        <dgm:presLayoutVars>
          <dgm:dir/>
          <dgm:animLvl val="lvl"/>
          <dgm:resizeHandles val="exact"/>
        </dgm:presLayoutVars>
      </dgm:prSet>
      <dgm:spPr/>
    </dgm:pt>
    <dgm:pt modelId="{ADA60600-5F4A-49C6-91D8-2B4F4EF7F0C5}" type="pres">
      <dgm:prSet presAssocID="{7A49DF98-867D-48FD-8C6A-11619CC54E26}" presName="parentLin" presStyleCnt="0"/>
      <dgm:spPr/>
    </dgm:pt>
    <dgm:pt modelId="{47D332B7-C90F-4055-8376-68DED81340C7}" type="pres">
      <dgm:prSet presAssocID="{7A49DF98-867D-48FD-8C6A-11619CC54E26}" presName="parentLeftMargin" presStyleLbl="node1" presStyleIdx="0" presStyleCnt="1"/>
      <dgm:spPr/>
    </dgm:pt>
    <dgm:pt modelId="{8EFCDC49-2431-44A7-9E88-01190BAF5B19}" type="pres">
      <dgm:prSet presAssocID="{7A49DF98-867D-48FD-8C6A-11619CC54E26}" presName="parentText" presStyleLbl="node1" presStyleIdx="0" presStyleCnt="1" custScaleY="33480">
        <dgm:presLayoutVars>
          <dgm:chMax val="0"/>
          <dgm:bulletEnabled val="1"/>
        </dgm:presLayoutVars>
      </dgm:prSet>
      <dgm:spPr>
        <a:prstGeom prst="rect">
          <a:avLst/>
        </a:prstGeom>
      </dgm:spPr>
    </dgm:pt>
    <dgm:pt modelId="{F95C0667-9363-47DF-A653-E9673BF14A41}" type="pres">
      <dgm:prSet presAssocID="{7A49DF98-867D-48FD-8C6A-11619CC54E26}" presName="negativeSpace" presStyleCnt="0"/>
      <dgm:spPr/>
    </dgm:pt>
    <dgm:pt modelId="{A7174219-EC9E-4267-A04D-B18EE847387A}" type="pres">
      <dgm:prSet presAssocID="{7A49DF98-867D-48FD-8C6A-11619CC54E2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60CC718-1C19-4A58-B25E-4613464E2BCD}" type="presOf" srcId="{B192402E-D48E-4A20-9102-455829196172}" destId="{48838873-4431-4954-9171-1238775AC576}" srcOrd="0" destOrd="0" presId="urn:microsoft.com/office/officeart/2005/8/layout/list1"/>
    <dgm:cxn modelId="{5982C12B-3881-4E5F-910B-CA265FD5E102}" srcId="{7A49DF98-867D-48FD-8C6A-11619CC54E26}" destId="{5395F473-4B00-496B-B453-6451BF799B09}" srcOrd="0" destOrd="0" parTransId="{9C1152B7-4D34-4CA0-9DDC-F21FD4AEAD28}" sibTransId="{169C7AF9-916F-47C4-A9C3-3ACADEA4D272}"/>
    <dgm:cxn modelId="{323B659E-DBBB-459D-BAA9-704ADD5267A5}" type="presOf" srcId="{7A49DF98-867D-48FD-8C6A-11619CC54E26}" destId="{8EFCDC49-2431-44A7-9E88-01190BAF5B19}" srcOrd="1" destOrd="0" presId="urn:microsoft.com/office/officeart/2005/8/layout/list1"/>
    <dgm:cxn modelId="{90F473B2-165C-42F0-BB66-183652D2B743}" type="presOf" srcId="{5395F473-4B00-496B-B453-6451BF799B09}" destId="{A7174219-EC9E-4267-A04D-B18EE847387A}" srcOrd="0" destOrd="0" presId="urn:microsoft.com/office/officeart/2005/8/layout/list1"/>
    <dgm:cxn modelId="{1514D9C3-0364-4D35-B599-B493CBB9F80D}" srcId="{B192402E-D48E-4A20-9102-455829196172}" destId="{7A49DF98-867D-48FD-8C6A-11619CC54E26}" srcOrd="0" destOrd="0" parTransId="{68E16295-5968-427D-8FEC-140904115879}" sibTransId="{C8FD5B74-EA17-4780-8EAB-5CC8C9F831ED}"/>
    <dgm:cxn modelId="{1EC855D4-9949-4C99-AE73-64CD4259AB6C}" type="presOf" srcId="{2904A716-59B7-4104-AC29-2F533F57D625}" destId="{A7174219-EC9E-4267-A04D-B18EE847387A}" srcOrd="0" destOrd="2" presId="urn:microsoft.com/office/officeart/2005/8/layout/list1"/>
    <dgm:cxn modelId="{769AC2E0-480D-41AB-BE4C-F01603F65A64}" srcId="{7A49DF98-867D-48FD-8C6A-11619CC54E26}" destId="{2904A716-59B7-4104-AC29-2F533F57D625}" srcOrd="2" destOrd="0" parTransId="{9B32CB96-1CE6-4CA6-98D9-C2203F6FCB19}" sibTransId="{14A70495-26CC-4CC9-BF87-1FC52EE50B35}"/>
    <dgm:cxn modelId="{DF88DBE6-53D6-489E-9FE7-EDD2A1456E39}" type="presOf" srcId="{ED7BFBCA-85AB-470A-B757-1414C645E6DE}" destId="{A7174219-EC9E-4267-A04D-B18EE847387A}" srcOrd="0" destOrd="1" presId="urn:microsoft.com/office/officeart/2005/8/layout/list1"/>
    <dgm:cxn modelId="{CADA49E7-D7E4-4B04-9DDF-B5A55F3314AF}" srcId="{7A49DF98-867D-48FD-8C6A-11619CC54E26}" destId="{ED7BFBCA-85AB-470A-B757-1414C645E6DE}" srcOrd="1" destOrd="0" parTransId="{B49CC6F4-1BCE-47E4-B510-CFFABFF8574B}" sibTransId="{C0C02030-8E95-4FBF-B65E-3B9A5576FA0F}"/>
    <dgm:cxn modelId="{50E4AAED-ECDC-4575-BA45-A3C06AC70654}" type="presOf" srcId="{7A49DF98-867D-48FD-8C6A-11619CC54E26}" destId="{47D332B7-C90F-4055-8376-68DED81340C7}" srcOrd="0" destOrd="0" presId="urn:microsoft.com/office/officeart/2005/8/layout/list1"/>
    <dgm:cxn modelId="{D78A3A74-3735-46A5-AE53-D5DBFCE60B3C}" type="presParOf" srcId="{48838873-4431-4954-9171-1238775AC576}" destId="{ADA60600-5F4A-49C6-91D8-2B4F4EF7F0C5}" srcOrd="0" destOrd="0" presId="urn:microsoft.com/office/officeart/2005/8/layout/list1"/>
    <dgm:cxn modelId="{0BA1AE4E-38D2-4A37-B0B8-E3322BED4927}" type="presParOf" srcId="{ADA60600-5F4A-49C6-91D8-2B4F4EF7F0C5}" destId="{47D332B7-C90F-4055-8376-68DED81340C7}" srcOrd="0" destOrd="0" presId="urn:microsoft.com/office/officeart/2005/8/layout/list1"/>
    <dgm:cxn modelId="{D5C3BD72-4785-4C45-A8D6-1E2106C5A127}" type="presParOf" srcId="{ADA60600-5F4A-49C6-91D8-2B4F4EF7F0C5}" destId="{8EFCDC49-2431-44A7-9E88-01190BAF5B19}" srcOrd="1" destOrd="0" presId="urn:microsoft.com/office/officeart/2005/8/layout/list1"/>
    <dgm:cxn modelId="{0EF623F6-C99C-4198-8F44-98A4197C3E57}" type="presParOf" srcId="{48838873-4431-4954-9171-1238775AC576}" destId="{F95C0667-9363-47DF-A653-E9673BF14A41}" srcOrd="1" destOrd="0" presId="urn:microsoft.com/office/officeart/2005/8/layout/list1"/>
    <dgm:cxn modelId="{FC6441F3-3646-434B-8813-D41E2442279A}" type="presParOf" srcId="{48838873-4431-4954-9171-1238775AC576}" destId="{A7174219-EC9E-4267-A04D-B18EE847387A}" srcOrd="2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98387-9DF3-4127-A7DE-FCE3F05A3470}">
      <dsp:nvSpPr>
        <dsp:cNvPr id="0" name=""/>
        <dsp:cNvSpPr/>
      </dsp:nvSpPr>
      <dsp:spPr>
        <a:xfrm>
          <a:off x="0" y="4675"/>
          <a:ext cx="6791323" cy="995920"/>
        </a:xfrm>
        <a:prstGeom prst="rect">
          <a:avLst/>
        </a:prstGeom>
        <a:gradFill rotWithShape="0">
          <a:gsLst>
            <a:gs pos="0">
              <a:schemeClr val="tx1">
                <a:lumMod val="75000"/>
                <a:lumOff val="25000"/>
              </a:schemeClr>
            </a:gs>
            <a:gs pos="15929">
              <a:schemeClr val="tx1">
                <a:lumMod val="85000"/>
                <a:lumOff val="15000"/>
              </a:schemeClr>
            </a:gs>
            <a:gs pos="97000">
              <a:schemeClr val="tx1">
                <a:lumMod val="85000"/>
                <a:lumOff val="15000"/>
              </a:schemeClr>
            </a:gs>
            <a:gs pos="100000">
              <a:schemeClr val="accent2">
                <a:lumMod val="75000"/>
              </a:scheme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E1101-E263-4511-8D8F-5A215C912C41}">
      <dsp:nvSpPr>
        <dsp:cNvPr id="0" name=""/>
        <dsp:cNvSpPr/>
      </dsp:nvSpPr>
      <dsp:spPr>
        <a:xfrm>
          <a:off x="301265" y="228757"/>
          <a:ext cx="547756" cy="547756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3ED77-1650-49A8-987A-A13C2A50CEA5}">
      <dsp:nvSpPr>
        <dsp:cNvPr id="0" name=""/>
        <dsp:cNvSpPr/>
      </dsp:nvSpPr>
      <dsp:spPr>
        <a:xfrm>
          <a:off x="1150288" y="4675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1</a:t>
          </a:r>
        </a:p>
      </dsp:txBody>
      <dsp:txXfrm>
        <a:off x="1150288" y="4675"/>
        <a:ext cx="5641034" cy="995920"/>
      </dsp:txXfrm>
    </dsp:sp>
    <dsp:sp modelId="{FA3369E0-5B38-4FDD-A9F5-22B9810A03F7}">
      <dsp:nvSpPr>
        <dsp:cNvPr id="0" name=""/>
        <dsp:cNvSpPr/>
      </dsp:nvSpPr>
      <dsp:spPr>
        <a:xfrm>
          <a:off x="0" y="1249576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E9C4E-BFE3-4374-BE2C-676ED238ACF2}">
      <dsp:nvSpPr>
        <dsp:cNvPr id="0" name=""/>
        <dsp:cNvSpPr/>
      </dsp:nvSpPr>
      <dsp:spPr>
        <a:xfrm>
          <a:off x="301265" y="1473658"/>
          <a:ext cx="547756" cy="547756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18808-9CEA-4C61-8875-3E922AA167D7}">
      <dsp:nvSpPr>
        <dsp:cNvPr id="0" name=""/>
        <dsp:cNvSpPr/>
      </dsp:nvSpPr>
      <dsp:spPr>
        <a:xfrm>
          <a:off x="1150288" y="1249576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2</a:t>
          </a:r>
        </a:p>
      </dsp:txBody>
      <dsp:txXfrm>
        <a:off x="1150288" y="1249576"/>
        <a:ext cx="5641034" cy="995920"/>
      </dsp:txXfrm>
    </dsp:sp>
    <dsp:sp modelId="{DB8ABDAA-976A-4A84-A3C3-277080E19DCA}">
      <dsp:nvSpPr>
        <dsp:cNvPr id="0" name=""/>
        <dsp:cNvSpPr/>
      </dsp:nvSpPr>
      <dsp:spPr>
        <a:xfrm>
          <a:off x="0" y="24944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35376E-740A-4A47-BC5B-3381DE731CE0}">
      <dsp:nvSpPr>
        <dsp:cNvPr id="0" name=""/>
        <dsp:cNvSpPr/>
      </dsp:nvSpPr>
      <dsp:spPr>
        <a:xfrm>
          <a:off x="301265" y="2718559"/>
          <a:ext cx="547756" cy="547756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9F791-340A-4625-9294-3E680D66DB63}">
      <dsp:nvSpPr>
        <dsp:cNvPr id="0" name=""/>
        <dsp:cNvSpPr/>
      </dsp:nvSpPr>
      <dsp:spPr>
        <a:xfrm>
          <a:off x="1150288" y="2494477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3</a:t>
          </a:r>
        </a:p>
      </dsp:txBody>
      <dsp:txXfrm>
        <a:off x="1150288" y="2494477"/>
        <a:ext cx="5641034" cy="995920"/>
      </dsp:txXfrm>
    </dsp:sp>
    <dsp:sp modelId="{C2FCE80A-DCA0-4D7F-8F72-19CB2337E588}">
      <dsp:nvSpPr>
        <dsp:cNvPr id="0" name=""/>
        <dsp:cNvSpPr/>
      </dsp:nvSpPr>
      <dsp:spPr>
        <a:xfrm>
          <a:off x="0" y="37393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B9210-632F-4BB5-B140-1FA20D3CF123}">
      <dsp:nvSpPr>
        <dsp:cNvPr id="0" name=""/>
        <dsp:cNvSpPr/>
      </dsp:nvSpPr>
      <dsp:spPr>
        <a:xfrm>
          <a:off x="301265" y="3963460"/>
          <a:ext cx="547756" cy="547756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A7321-E2AC-48FD-B351-CE3C9A4CE924}">
      <dsp:nvSpPr>
        <dsp:cNvPr id="0" name=""/>
        <dsp:cNvSpPr/>
      </dsp:nvSpPr>
      <dsp:spPr>
        <a:xfrm>
          <a:off x="1150288" y="3739377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4</a:t>
          </a:r>
        </a:p>
      </dsp:txBody>
      <dsp:txXfrm>
        <a:off x="1150288" y="3739377"/>
        <a:ext cx="5641034" cy="995920"/>
      </dsp:txXfrm>
    </dsp:sp>
    <dsp:sp modelId="{343A76ED-9DD6-4B0A-830E-16ED952B3D06}">
      <dsp:nvSpPr>
        <dsp:cNvPr id="0" name=""/>
        <dsp:cNvSpPr/>
      </dsp:nvSpPr>
      <dsp:spPr>
        <a:xfrm>
          <a:off x="0" y="4984278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BED67-1F13-4312-815B-B5C34DAA27F9}">
      <dsp:nvSpPr>
        <dsp:cNvPr id="0" name=""/>
        <dsp:cNvSpPr/>
      </dsp:nvSpPr>
      <dsp:spPr>
        <a:xfrm>
          <a:off x="301265" y="5208360"/>
          <a:ext cx="547756" cy="547756"/>
        </a:xfrm>
        <a:prstGeom prst="rect">
          <a:avLst/>
        </a:prstGeom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0EF14-C09B-4543-88B7-7F45704CBA36}">
      <dsp:nvSpPr>
        <dsp:cNvPr id="0" name=""/>
        <dsp:cNvSpPr/>
      </dsp:nvSpPr>
      <dsp:spPr>
        <a:xfrm>
          <a:off x="1150288" y="4984278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5</a:t>
          </a:r>
        </a:p>
      </dsp:txBody>
      <dsp:txXfrm>
        <a:off x="1150288" y="4984278"/>
        <a:ext cx="5641034" cy="995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98387-9DF3-4127-A7DE-FCE3F05A3470}">
      <dsp:nvSpPr>
        <dsp:cNvPr id="0" name=""/>
        <dsp:cNvSpPr/>
      </dsp:nvSpPr>
      <dsp:spPr>
        <a:xfrm>
          <a:off x="0" y="4675"/>
          <a:ext cx="6791323" cy="995920"/>
        </a:xfrm>
        <a:prstGeom prst="rect">
          <a:avLst/>
        </a:prstGeom>
        <a:gradFill rotWithShape="0">
          <a:gsLst>
            <a:gs pos="0">
              <a:schemeClr val="tx1">
                <a:lumMod val="75000"/>
                <a:lumOff val="25000"/>
              </a:schemeClr>
            </a:gs>
            <a:gs pos="15929">
              <a:schemeClr val="tx1">
                <a:lumMod val="85000"/>
                <a:lumOff val="15000"/>
              </a:schemeClr>
            </a:gs>
            <a:gs pos="97000">
              <a:schemeClr val="tx1">
                <a:lumMod val="85000"/>
                <a:lumOff val="15000"/>
              </a:schemeClr>
            </a:gs>
            <a:gs pos="100000">
              <a:schemeClr val="accent2">
                <a:lumMod val="75000"/>
              </a:scheme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E1101-E263-4511-8D8F-5A215C912C41}">
      <dsp:nvSpPr>
        <dsp:cNvPr id="0" name=""/>
        <dsp:cNvSpPr/>
      </dsp:nvSpPr>
      <dsp:spPr>
        <a:xfrm>
          <a:off x="301265" y="228757"/>
          <a:ext cx="547756" cy="547756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3ED77-1650-49A8-987A-A13C2A50CEA5}">
      <dsp:nvSpPr>
        <dsp:cNvPr id="0" name=""/>
        <dsp:cNvSpPr/>
      </dsp:nvSpPr>
      <dsp:spPr>
        <a:xfrm>
          <a:off x="1150288" y="4675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1</a:t>
          </a:r>
        </a:p>
      </dsp:txBody>
      <dsp:txXfrm>
        <a:off x="1150288" y="4675"/>
        <a:ext cx="5641034" cy="995920"/>
      </dsp:txXfrm>
    </dsp:sp>
    <dsp:sp modelId="{FA3369E0-5B38-4FDD-A9F5-22B9810A03F7}">
      <dsp:nvSpPr>
        <dsp:cNvPr id="0" name=""/>
        <dsp:cNvSpPr/>
      </dsp:nvSpPr>
      <dsp:spPr>
        <a:xfrm>
          <a:off x="0" y="1249576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E9C4E-BFE3-4374-BE2C-676ED238ACF2}">
      <dsp:nvSpPr>
        <dsp:cNvPr id="0" name=""/>
        <dsp:cNvSpPr/>
      </dsp:nvSpPr>
      <dsp:spPr>
        <a:xfrm>
          <a:off x="301265" y="1473658"/>
          <a:ext cx="547756" cy="547756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18808-9CEA-4C61-8875-3E922AA167D7}">
      <dsp:nvSpPr>
        <dsp:cNvPr id="0" name=""/>
        <dsp:cNvSpPr/>
      </dsp:nvSpPr>
      <dsp:spPr>
        <a:xfrm>
          <a:off x="1150288" y="1249576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2</a:t>
          </a:r>
        </a:p>
      </dsp:txBody>
      <dsp:txXfrm>
        <a:off x="1150288" y="1249576"/>
        <a:ext cx="5641034" cy="995920"/>
      </dsp:txXfrm>
    </dsp:sp>
    <dsp:sp modelId="{DB8ABDAA-976A-4A84-A3C3-277080E19DCA}">
      <dsp:nvSpPr>
        <dsp:cNvPr id="0" name=""/>
        <dsp:cNvSpPr/>
      </dsp:nvSpPr>
      <dsp:spPr>
        <a:xfrm>
          <a:off x="0" y="24944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35376E-740A-4A47-BC5B-3381DE731CE0}">
      <dsp:nvSpPr>
        <dsp:cNvPr id="0" name=""/>
        <dsp:cNvSpPr/>
      </dsp:nvSpPr>
      <dsp:spPr>
        <a:xfrm>
          <a:off x="301265" y="2718559"/>
          <a:ext cx="547756" cy="547756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9F791-340A-4625-9294-3E680D66DB63}">
      <dsp:nvSpPr>
        <dsp:cNvPr id="0" name=""/>
        <dsp:cNvSpPr/>
      </dsp:nvSpPr>
      <dsp:spPr>
        <a:xfrm>
          <a:off x="1150288" y="2494477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3</a:t>
          </a:r>
        </a:p>
      </dsp:txBody>
      <dsp:txXfrm>
        <a:off x="1150288" y="2494477"/>
        <a:ext cx="5641034" cy="995920"/>
      </dsp:txXfrm>
    </dsp:sp>
    <dsp:sp modelId="{C2FCE80A-DCA0-4D7F-8F72-19CB2337E588}">
      <dsp:nvSpPr>
        <dsp:cNvPr id="0" name=""/>
        <dsp:cNvSpPr/>
      </dsp:nvSpPr>
      <dsp:spPr>
        <a:xfrm>
          <a:off x="0" y="3739377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B9210-632F-4BB5-B140-1FA20D3CF123}">
      <dsp:nvSpPr>
        <dsp:cNvPr id="0" name=""/>
        <dsp:cNvSpPr/>
      </dsp:nvSpPr>
      <dsp:spPr>
        <a:xfrm>
          <a:off x="301265" y="3963460"/>
          <a:ext cx="547756" cy="547756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A7321-E2AC-48FD-B351-CE3C9A4CE924}">
      <dsp:nvSpPr>
        <dsp:cNvPr id="0" name=""/>
        <dsp:cNvSpPr/>
      </dsp:nvSpPr>
      <dsp:spPr>
        <a:xfrm>
          <a:off x="1150288" y="3739377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4</a:t>
          </a:r>
        </a:p>
      </dsp:txBody>
      <dsp:txXfrm>
        <a:off x="1150288" y="3739377"/>
        <a:ext cx="5641034" cy="995920"/>
      </dsp:txXfrm>
    </dsp:sp>
    <dsp:sp modelId="{343A76ED-9DD6-4B0A-830E-16ED952B3D06}">
      <dsp:nvSpPr>
        <dsp:cNvPr id="0" name=""/>
        <dsp:cNvSpPr/>
      </dsp:nvSpPr>
      <dsp:spPr>
        <a:xfrm>
          <a:off x="0" y="4984278"/>
          <a:ext cx="6791323" cy="995920"/>
        </a:xfrm>
        <a:prstGeom prst="rect">
          <a:avLst/>
        </a:prstGeom>
        <a:gradFill rotWithShape="0">
          <a:gsLst>
            <a:gs pos="0">
              <a:srgbClr val="000000">
                <a:lumMod val="75000"/>
                <a:lumOff val="25000"/>
              </a:srgbClr>
            </a:gs>
            <a:gs pos="15929">
              <a:srgbClr val="000000">
                <a:lumMod val="85000"/>
                <a:lumOff val="15000"/>
              </a:srgbClr>
            </a:gs>
            <a:gs pos="97000">
              <a:srgbClr val="000000">
                <a:lumMod val="85000"/>
                <a:lumOff val="15000"/>
              </a:srgbClr>
            </a:gs>
            <a:gs pos="100000">
              <a:srgbClr val="17B2D1">
                <a:lumMod val="75000"/>
              </a:srgbClr>
            </a:gs>
          </a:gsLst>
          <a:lin ang="108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BED67-1F13-4312-815B-B5C34DAA27F9}">
      <dsp:nvSpPr>
        <dsp:cNvPr id="0" name=""/>
        <dsp:cNvSpPr/>
      </dsp:nvSpPr>
      <dsp:spPr>
        <a:xfrm>
          <a:off x="301265" y="5208360"/>
          <a:ext cx="547756" cy="547756"/>
        </a:xfrm>
        <a:prstGeom prst="rect">
          <a:avLst/>
        </a:prstGeom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0EF14-C09B-4543-88B7-7F45704CBA36}">
      <dsp:nvSpPr>
        <dsp:cNvPr id="0" name=""/>
        <dsp:cNvSpPr/>
      </dsp:nvSpPr>
      <dsp:spPr>
        <a:xfrm>
          <a:off x="1150288" y="4984278"/>
          <a:ext cx="5641034" cy="99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402" tIns="105402" rIns="105402" bIns="1054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Lesson 5</a:t>
          </a:r>
        </a:p>
      </dsp:txBody>
      <dsp:txXfrm>
        <a:off x="1150288" y="4984278"/>
        <a:ext cx="5641034" cy="995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174219-EC9E-4267-A04D-B18EE847387A}">
      <dsp:nvSpPr>
        <dsp:cNvPr id="0" name=""/>
        <dsp:cNvSpPr/>
      </dsp:nvSpPr>
      <dsp:spPr>
        <a:xfrm>
          <a:off x="0" y="1559187"/>
          <a:ext cx="6156323" cy="28665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7799" tIns="1353820" rIns="477799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2"/>
            </a:buClr>
            <a:buFont typeface="Wingdings" panose="05000000000000000000" pitchFamily="2" charset="2"/>
            <a:buChar char="§"/>
          </a:pPr>
          <a:r>
            <a:rPr lang="en-ZA" sz="2800" kern="1200" dirty="0">
              <a:solidFill>
                <a:schemeClr val="bg1"/>
              </a:solidFill>
            </a:rPr>
            <a:t>First skill</a:t>
          </a:r>
          <a:endParaRPr lang="en-US" sz="2800" kern="1200" dirty="0">
            <a:solidFill>
              <a:schemeClr val="bg1"/>
            </a:solidFill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2"/>
            </a:buClr>
            <a:buFont typeface="Wingdings" panose="05000000000000000000" pitchFamily="2" charset="2"/>
            <a:buChar char="§"/>
          </a:pPr>
          <a:r>
            <a:rPr lang="en-ZA" sz="2800" kern="1200" dirty="0">
              <a:solidFill>
                <a:schemeClr val="bg1"/>
              </a:solidFill>
            </a:rPr>
            <a:t>Second skill</a:t>
          </a:r>
          <a:endParaRPr lang="en-US" sz="2800" kern="1200" dirty="0">
            <a:solidFill>
              <a:schemeClr val="bg1"/>
            </a:solidFill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2"/>
            </a:buClr>
            <a:buFont typeface="Wingdings" panose="05000000000000000000" pitchFamily="2" charset="2"/>
            <a:buChar char="§"/>
          </a:pPr>
          <a:r>
            <a:rPr lang="en-ZA" sz="2800" kern="1200" dirty="0">
              <a:solidFill>
                <a:schemeClr val="bg1"/>
              </a:solidFill>
            </a:rPr>
            <a:t>Third skill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0" y="1559187"/>
        <a:ext cx="6156323" cy="2866500"/>
      </dsp:txXfrm>
    </dsp:sp>
    <dsp:sp modelId="{8EFCDC49-2431-44A7-9E88-01190BAF5B19}">
      <dsp:nvSpPr>
        <dsp:cNvPr id="0" name=""/>
        <dsp:cNvSpPr/>
      </dsp:nvSpPr>
      <dsp:spPr>
        <a:xfrm>
          <a:off x="307816" y="1876173"/>
          <a:ext cx="4309426" cy="642414"/>
        </a:xfrm>
        <a:prstGeom prst="rect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886" tIns="0" rIns="16288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 dirty="0">
              <a:solidFill>
                <a:schemeClr val="tx1"/>
              </a:solidFill>
            </a:rPr>
            <a:t>We will cover these skills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307816" y="1876173"/>
        <a:ext cx="4309426" cy="642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98B7E-6604-4F74-86DB-B30627D56244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8A1F-3E69-47E5-AE93-E7F2155A24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9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3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641ECAC-0557-4843-8433-067E4414E2F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7512001" cy="6727855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3943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38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3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7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vert="horz" lIns="91440" tIns="108000" rIns="91440" bIns="108000" rtlCol="0" anchor="ctr">
            <a:spAutoFit/>
          </a:bodyPr>
          <a:lstStyle>
            <a:lvl1pPr>
              <a:defRPr lang="en-US" sz="40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571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3C5ED2-B01D-4104-B193-BC78D76A464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6305550" cy="6721475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7974" y="611077"/>
            <a:ext cx="4695825" cy="833663"/>
          </a:xfrm>
          <a:solidFill>
            <a:schemeClr val="accent2">
              <a:lumMod val="50000"/>
            </a:schemeClr>
          </a:solidFill>
        </p:spPr>
        <p:txBody>
          <a:bodyPr wrap="square"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974" y="1825625"/>
            <a:ext cx="4695826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0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305300" cy="6721472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vert="horz" lIns="396000" tIns="0" rIns="396000" bIns="0" rtlCol="0" anchor="ctr">
            <a:noAutofit/>
          </a:bodyPr>
          <a:lstStyle>
            <a:lvl1pPr algn="r">
              <a:lnSpc>
                <a:spcPct val="70000"/>
              </a:lnSpc>
              <a:defRPr lang="en-US" sz="5200" b="0" spc="-150" dirty="0"/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365124"/>
            <a:ext cx="6648448" cy="5984875"/>
          </a:xfrm>
        </p:spPr>
        <p:txBody>
          <a:bodyPr lIns="108000" tIns="108000" rIns="108000" bIns="10800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9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5237DA4-112F-40B2-8C8C-EB23506D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00" y="0"/>
            <a:ext cx="4680000" cy="6721473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lIns="396000" rIns="396000">
            <a:normAutofit/>
          </a:bodyPr>
          <a:lstStyle>
            <a:lvl1pPr>
              <a:lnSpc>
                <a:spcPct val="70000"/>
              </a:lnSpc>
              <a:defRPr sz="5200" spc="-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4"/>
            <a:ext cx="6156323" cy="5984875"/>
          </a:xfrm>
        </p:spPr>
        <p:txBody>
          <a:bodyPr lIns="108000" tIns="108000" rIns="108000" bIns="108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8E6EF2-4B2F-4D0D-9505-CE9287297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611076"/>
            <a:ext cx="6648448" cy="5738923"/>
          </a:xfrm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1A21B9-BA54-413B-940E-027C32E4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3440502" cy="2064769"/>
          </a:xfrm>
          <a:solidFill>
            <a:schemeClr val="accent2">
              <a:lumMod val="50000"/>
            </a:schemeClr>
          </a:solidFill>
        </p:spPr>
        <p:txBody>
          <a:bodyPr wrap="square" tIns="108000" bIns="108000" anchor="t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5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BDA7-8BE9-42D5-ACF1-0F51423A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EF73F-3CCA-4312-8E9C-2B4629DA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BF716-502C-4821-A3A0-19C2C508E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8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B651-5612-4E6A-9B35-A555D082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89A2-D77B-40CA-AD1E-0178AEFA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CA993-CBEA-48C5-BD35-50ABDFF6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ED8E0-95EC-469F-9B7E-562FBDFDE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4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6F88-2A37-410D-A685-E455AF3D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64B46-B015-44F7-8DC0-AFB8D275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C8232-2077-497A-9142-B787E2B03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6077C-D913-4FD0-B6E0-6D70BEFD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05DBB-3AA9-4435-AC97-732293FDE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4C901-FCAF-4DFB-A621-6A969641C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45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2623-2255-4BBA-9577-B3A3FD2A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9F0F0-5E7C-4FC9-8E90-6ADCD7A71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3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D3FFB-BE14-4D90-A515-10EDD1BEE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73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1E51-BE82-4B1B-9CB6-89C26464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BF8C-3CF7-47E6-9AB0-15584178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7DA3C-0298-45CF-AFC3-41031C07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4FF87-D01E-416B-9EF8-E107C4EDD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3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8E4AFE-E166-4B84-B0C8-9205038D8033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17517-B672-49BA-AC6E-AB66D063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92C27-7843-4B22-9200-B7304E6A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5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4F10-F75B-41A8-B994-BFF68949E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61475"/>
            <a:ext cx="838200" cy="36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D21E2-8DEB-4F43-A26E-B8DA900A923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CD3143-7FD1-40EA-AA4A-47C72380AEC2}"/>
              </a:ext>
            </a:extLst>
          </p:cNvPr>
          <p:cNvSpPr/>
          <p:nvPr userDrawn="1"/>
        </p:nvSpPr>
        <p:spPr>
          <a:xfrm>
            <a:off x="11353798" y="6721474"/>
            <a:ext cx="838201" cy="136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2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9" r:id="rId2"/>
    <p:sldLayoutId id="2147483660" r:id="rId3"/>
    <p:sldLayoutId id="2147483665" r:id="rId4"/>
    <p:sldLayoutId id="2147483666" r:id="rId5"/>
    <p:sldLayoutId id="2147483650" r:id="rId6"/>
    <p:sldLayoutId id="2147483663" r:id="rId7"/>
    <p:sldLayoutId id="2147483664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A93C-FC9A-30EE-A1AF-C857D987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8CE6-A082-C25A-678F-46692298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264"/>
            <a:ext cx="4433120" cy="6721472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txBody>
          <a:bodyPr/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Course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Outline</a:t>
            </a:r>
          </a:p>
        </p:txBody>
      </p:sp>
      <p:graphicFrame>
        <p:nvGraphicFramePr>
          <p:cNvPr id="10" name="Content Placeholder 2" descr="List Content Placeholder">
            <a:extLst>
              <a:ext uri="{FF2B5EF4-FFF2-40B4-BE49-F238E27FC236}">
                <a16:creationId xmlns:a16="http://schemas.microsoft.com/office/drawing/2014/main" id="{38EE5B11-9EFB-9EBD-2970-42AF1D7416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62476" y="365125"/>
          <a:ext cx="6791323" cy="5984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70B3461-9A52-DFE2-E79B-1F6ABF2CB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409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8AE6-56F6-44E8-8BBF-23277B1773E4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txBody>
          <a:bodyPr/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Course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Outline</a:t>
            </a:r>
          </a:p>
        </p:txBody>
      </p:sp>
      <p:graphicFrame>
        <p:nvGraphicFramePr>
          <p:cNvPr id="10" name="Content Placeholder 2" descr="List Content Placeholder">
            <a:extLst>
              <a:ext uri="{FF2B5EF4-FFF2-40B4-BE49-F238E27FC236}">
                <a16:creationId xmlns:a16="http://schemas.microsoft.com/office/drawing/2014/main" id="{4DBF5C5D-E8C1-4EFB-87B6-B4245AB40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654880"/>
              </p:ext>
            </p:extLst>
          </p:nvPr>
        </p:nvGraphicFramePr>
        <p:xfrm>
          <a:off x="4562476" y="365125"/>
          <a:ext cx="6791323" cy="5984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AEC0301-E9AA-4478-9E23-C372DBDCE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33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8AE6-56F6-44E8-8BBF-23277B17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00" y="0"/>
            <a:ext cx="4680000" cy="6721473"/>
          </a:xfrm>
        </p:spPr>
        <p:txBody>
          <a:bodyPr/>
          <a:lstStyle/>
          <a:p>
            <a:r>
              <a:rPr lang="en-US" dirty="0"/>
              <a:t>Course</a:t>
            </a:r>
            <a:br>
              <a:rPr lang="en-US" dirty="0"/>
            </a:br>
            <a:r>
              <a:rPr lang="en-US" dirty="0"/>
              <a:t>Outline </a:t>
            </a:r>
          </a:p>
        </p:txBody>
      </p:sp>
      <p:graphicFrame>
        <p:nvGraphicFramePr>
          <p:cNvPr id="3" name="Content Placeholder 2" descr="List Content Placeholder">
            <a:extLst>
              <a:ext uri="{FF2B5EF4-FFF2-40B4-BE49-F238E27FC236}">
                <a16:creationId xmlns:a16="http://schemas.microsoft.com/office/drawing/2014/main" id="{00DD6853-7971-494B-A148-546DF3F15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771275"/>
              </p:ext>
            </p:extLst>
          </p:nvPr>
        </p:nvGraphicFramePr>
        <p:xfrm>
          <a:off x="838200" y="365124"/>
          <a:ext cx="6156323" cy="5984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AEC0301-E9AA-4478-9E23-C372DBDCE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78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600F-A17E-4354-A7AB-0CC2A43A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65"/>
            <a:ext cx="6889955" cy="1142818"/>
          </a:xfrm>
        </p:spPr>
        <p:txBody>
          <a:bodyPr/>
          <a:lstStyle/>
          <a:p>
            <a:r>
              <a:rPr lang="en-US" spc="800" dirty="0">
                <a:solidFill>
                  <a:srgbClr val="0D172E"/>
                </a:solidFill>
              </a:rPr>
              <a:t>Problem</a:t>
            </a:r>
            <a:r>
              <a:rPr lang="en-US" spc="-425" dirty="0">
                <a:solidFill>
                  <a:srgbClr val="0D172E"/>
                </a:solidFill>
              </a:rPr>
              <a:t> </a:t>
            </a:r>
            <a:r>
              <a:rPr lang="en-US" spc="875" dirty="0">
                <a:solidFill>
                  <a:srgbClr val="0D172E"/>
                </a:solidFill>
              </a:rPr>
              <a:t>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A4B49-27C8-46B6-8B11-AD7E8F615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03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placement and internship process is a </a:t>
            </a:r>
            <a:r>
              <a:rPr lang="en-US" b="1" dirty="0"/>
              <a:t>critical milestone</a:t>
            </a:r>
            <a:r>
              <a:rPr lang="en-US" dirty="0"/>
              <a:t> in the life of every engineering student, particularly in their </a:t>
            </a:r>
            <a:r>
              <a:rPr lang="en-US" b="1" dirty="0"/>
              <a:t>3rd and 4th year</a:t>
            </a:r>
            <a:r>
              <a:rPr lang="en-US" dirty="0"/>
              <a:t>. Students face multiple challenges while preparing:</a:t>
            </a:r>
          </a:p>
          <a:p>
            <a:endParaRPr lang="en-US" dirty="0"/>
          </a:p>
          <a:p>
            <a:r>
              <a:rPr lang="en-US" dirty="0"/>
              <a:t>They must study </a:t>
            </a:r>
            <a:r>
              <a:rPr lang="en-US" b="1" dirty="0"/>
              <a:t>MCQs for aptitude and technical exams</a:t>
            </a:r>
            <a:r>
              <a:rPr lang="en-US" dirty="0"/>
              <a:t>, practice </a:t>
            </a:r>
            <a:r>
              <a:rPr lang="en-US" b="1" dirty="0"/>
              <a:t>coding problems</a:t>
            </a:r>
            <a:r>
              <a:rPr lang="en-US" dirty="0"/>
              <a:t> for online rounds, and prepare for </a:t>
            </a:r>
            <a:r>
              <a:rPr lang="en-US" b="1" dirty="0"/>
              <a:t>HR/technical interviews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Currently, students use </a:t>
            </a:r>
            <a:r>
              <a:rPr lang="en-US" b="1" dirty="0"/>
              <a:t>multiple platforms</a:t>
            </a:r>
            <a:r>
              <a:rPr lang="en-US" dirty="0"/>
              <a:t> (</a:t>
            </a:r>
            <a:r>
              <a:rPr lang="en-US" dirty="0" err="1"/>
              <a:t>GeeksforGeeks</a:t>
            </a:r>
            <a:r>
              <a:rPr lang="en-US" dirty="0"/>
              <a:t>, </a:t>
            </a:r>
            <a:r>
              <a:rPr lang="en-US" dirty="0" err="1"/>
              <a:t>LeetCode</a:t>
            </a:r>
            <a:r>
              <a:rPr lang="en-US" dirty="0"/>
              <a:t>, </a:t>
            </a:r>
            <a:r>
              <a:rPr lang="en-US" dirty="0" err="1"/>
              <a:t>InterviewBit</a:t>
            </a:r>
            <a:r>
              <a:rPr lang="en-US" dirty="0"/>
              <a:t>, etc.) but </a:t>
            </a:r>
            <a:r>
              <a:rPr lang="en-US" b="1" dirty="0"/>
              <a:t>none of them provide all-in-one preparation with AI-powered interview practice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Many students also </a:t>
            </a:r>
            <a:r>
              <a:rPr lang="en-US" b="1" dirty="0"/>
              <a:t>lack confidence in answering interview questions</a:t>
            </a:r>
            <a:r>
              <a:rPr lang="en-US" dirty="0"/>
              <a:t>. They need </a:t>
            </a:r>
            <a:r>
              <a:rPr lang="en-US" b="1" dirty="0"/>
              <a:t>feedback on accuracy, communication style, and relevance</a:t>
            </a:r>
            <a:r>
              <a:rPr lang="en-US" dirty="0"/>
              <a:t> of their answers.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4CE3A-8C88-45AA-A849-57E5A7AC2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C2DB72-01A8-424A-8CEF-8BD2418A8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361475"/>
            <a:ext cx="2552123" cy="360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First Skill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AAAEAA-CCF6-4E36-A4A3-5AF49D009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4"/>
            <a:ext cx="2552123" cy="1594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Second Skill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253864-26FA-4AB1-9F0A-4F57D870E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Third Skill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949406-858F-4224-BC48-19746389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Conclusion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D0A4E21-00BC-4451-94C9-943503852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83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4992-6D18-D9B8-B55C-C3582F28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8FC5-FA2A-29FB-751E-2438D8B3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38"/>
            <a:ext cx="6889955" cy="856537"/>
          </a:xfrm>
        </p:spPr>
        <p:txBody>
          <a:bodyPr/>
          <a:lstStyle/>
          <a:p>
            <a:r>
              <a:rPr lang="en-US" dirty="0"/>
              <a:t>Solution &amp; </a:t>
            </a:r>
            <a:r>
              <a:rPr lang="en-US" b="1" dirty="0"/>
              <a:t>Significance: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EFE42-E4FB-63E7-8E97-14D0EDE2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537" y="1501950"/>
            <a:ext cx="1097034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propose a </a:t>
            </a:r>
            <a:r>
              <a:rPr lang="en-US" b="1" dirty="0"/>
              <a:t>web-based platform</a:t>
            </a:r>
            <a:r>
              <a:rPr lang="en-US" dirty="0"/>
              <a:t> that integrates all preparation stages into a single portal: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MCQ Module</a:t>
            </a:r>
            <a:r>
              <a:rPr lang="en-US" dirty="0"/>
              <a:t> – Students can practice aptitude, CS fundamentals, DBMS, OS, CN, etc. with performance tracking.</a:t>
            </a:r>
          </a:p>
          <a:p>
            <a:r>
              <a:rPr lang="en-US" b="1" dirty="0"/>
              <a:t>Coding Module</a:t>
            </a:r>
            <a:r>
              <a:rPr lang="en-US" dirty="0"/>
              <a:t> – Online compiler to solve coding challenges with real-time feedback.</a:t>
            </a:r>
          </a:p>
          <a:p>
            <a:r>
              <a:rPr lang="en-US" b="1" dirty="0"/>
              <a:t>AI Interview Module</a:t>
            </a:r>
            <a:r>
              <a:rPr lang="en-US" dirty="0"/>
              <a:t> – AI asks job-role specific questions, the student answers (text/audio), and the system evaluates </a:t>
            </a:r>
            <a:r>
              <a:rPr lang="en-US" b="1" dirty="0"/>
              <a:t>accuracy, clarity, and completeness</a:t>
            </a:r>
            <a:r>
              <a:rPr lang="en-US" dirty="0"/>
              <a:t> compared to an AI-generated ideal answer.</a:t>
            </a:r>
          </a:p>
          <a:p>
            <a:r>
              <a:rPr lang="en-US" b="1" dirty="0"/>
              <a:t>Performance Analytics</a:t>
            </a:r>
            <a:r>
              <a:rPr lang="en-US" dirty="0"/>
              <a:t> – Students receive a </a:t>
            </a:r>
            <a:r>
              <a:rPr lang="en-US" b="1" dirty="0"/>
              <a:t>scorecard</a:t>
            </a:r>
            <a:r>
              <a:rPr lang="en-US" dirty="0"/>
              <a:t> with strengths, weaknesses, and recommendations for improvement.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Uses AI-driven evaluation, which is innovative and missing in current platforms.</a:t>
            </a:r>
          </a:p>
          <a:p>
            <a:r>
              <a:rPr lang="en-US" dirty="0"/>
              <a:t>Saves time by eliminating the need to jump between multiple resources.</a:t>
            </a:r>
          </a:p>
          <a:p>
            <a:r>
              <a:rPr lang="en-US" dirty="0"/>
              <a:t>Builds confidence, communication skills, and technical depth among students.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CDFC9-6ED0-1C80-EF45-E377516B1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6F44544-BBDC-F523-1610-F9AE74BE6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8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1F3499-4D68-1881-1ABF-C522FB6D5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4A9B5881-4007-4345-955A-79C2656F0C49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F711D1-879D-57BE-6BFE-F4865728773D}"/>
              </a:ext>
            </a:extLst>
          </p:cNvPr>
          <p:cNvGrpSpPr/>
          <p:nvPr/>
        </p:nvGrpSpPr>
        <p:grpSpPr>
          <a:xfrm>
            <a:off x="972561" y="3980336"/>
            <a:ext cx="3112742" cy="2262343"/>
            <a:chOff x="-162455" y="-575228"/>
            <a:chExt cx="3448580" cy="492656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61224A-0F4A-5E76-FB44-D264B6022940}"/>
                </a:ext>
              </a:extLst>
            </p:cNvPr>
            <p:cNvSpPr/>
            <p:nvPr/>
          </p:nvSpPr>
          <p:spPr>
            <a:xfrm>
              <a:off x="0" y="0"/>
              <a:ext cx="3286125" cy="4351338"/>
            </a:xfrm>
            <a:prstGeom prst="rect">
              <a:avLst/>
            </a:prstGeom>
            <a:gradFill rotWithShape="0">
              <a:gsLst>
                <a:gs pos="1000">
                  <a:schemeClr val="tx1">
                    <a:lumMod val="85000"/>
                    <a:lumOff val="1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B305F0-029C-B11F-31BB-DB66F09FE7B2}"/>
                </a:ext>
              </a:extLst>
            </p:cNvPr>
            <p:cNvSpPr txBox="1"/>
            <p:nvPr/>
          </p:nvSpPr>
          <p:spPr>
            <a:xfrm>
              <a:off x="-162455" y="-575228"/>
              <a:ext cx="3286125" cy="43513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199" tIns="330200" rIns="256199" bIns="33020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Week 1 (Days 1–7):</a:t>
              </a:r>
              <a:endParaRPr lang="en-US" sz="2000" kern="1200" dirty="0"/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Requirement gathering, domain modeling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Cloud &amp; IAM setup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Basic frontend routes + UI mockups</a:t>
              </a:r>
              <a:endParaRPr lang="en-US" sz="1600" kern="1200" noProof="1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AC05A-790D-C0FB-69A9-CBBEE4156E97}"/>
              </a:ext>
            </a:extLst>
          </p:cNvPr>
          <p:cNvGrpSpPr/>
          <p:nvPr/>
        </p:nvGrpSpPr>
        <p:grpSpPr>
          <a:xfrm>
            <a:off x="6242652" y="1122471"/>
            <a:ext cx="3112742" cy="2262343"/>
            <a:chOff x="-162455" y="-575228"/>
            <a:chExt cx="3448580" cy="492656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64686-1AC8-8064-B7E6-DB58712E0C7A}"/>
                </a:ext>
              </a:extLst>
            </p:cNvPr>
            <p:cNvSpPr/>
            <p:nvPr/>
          </p:nvSpPr>
          <p:spPr>
            <a:xfrm>
              <a:off x="0" y="0"/>
              <a:ext cx="3286125" cy="4351338"/>
            </a:xfrm>
            <a:prstGeom prst="rect">
              <a:avLst/>
            </a:prstGeom>
            <a:gradFill rotWithShape="0">
              <a:gsLst>
                <a:gs pos="1000">
                  <a:schemeClr val="tx1">
                    <a:lumMod val="85000"/>
                    <a:lumOff val="1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28179F-7A66-ED4A-6FA9-42F666CF1244}"/>
                </a:ext>
              </a:extLst>
            </p:cNvPr>
            <p:cNvSpPr txBox="1"/>
            <p:nvPr/>
          </p:nvSpPr>
          <p:spPr>
            <a:xfrm>
              <a:off x="-162455" y="-575228"/>
              <a:ext cx="3286125" cy="43513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199" tIns="330200" rIns="256199" bIns="33020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Week 1 (Days 1–7):</a:t>
              </a:r>
              <a:endParaRPr lang="en-US" sz="2000" kern="1200" dirty="0"/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Requirement gathering, domain modeling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Cloud &amp; IAM setup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Basic frontend routes + UI mockups</a:t>
              </a:r>
              <a:endParaRPr lang="en-US" sz="1600" kern="1200" noProof="1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B632D9-A6F4-EC55-8ACE-124F67D80E89}"/>
              </a:ext>
            </a:extLst>
          </p:cNvPr>
          <p:cNvGrpSpPr/>
          <p:nvPr/>
        </p:nvGrpSpPr>
        <p:grpSpPr>
          <a:xfrm>
            <a:off x="6169335" y="3998407"/>
            <a:ext cx="3112742" cy="2262343"/>
            <a:chOff x="-162455" y="-575228"/>
            <a:chExt cx="3448580" cy="492656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622844-5D5F-ABEC-B106-C942D35D0034}"/>
                </a:ext>
              </a:extLst>
            </p:cNvPr>
            <p:cNvSpPr/>
            <p:nvPr/>
          </p:nvSpPr>
          <p:spPr>
            <a:xfrm>
              <a:off x="0" y="0"/>
              <a:ext cx="3286125" cy="4351338"/>
            </a:xfrm>
            <a:prstGeom prst="rect">
              <a:avLst/>
            </a:prstGeom>
            <a:gradFill rotWithShape="0">
              <a:gsLst>
                <a:gs pos="1000">
                  <a:schemeClr val="tx1">
                    <a:lumMod val="85000"/>
                    <a:lumOff val="1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C35DA3-D4CA-08A9-6EA3-93505087449A}"/>
                </a:ext>
              </a:extLst>
            </p:cNvPr>
            <p:cNvSpPr txBox="1"/>
            <p:nvPr/>
          </p:nvSpPr>
          <p:spPr>
            <a:xfrm>
              <a:off x="-162455" y="-575228"/>
              <a:ext cx="3286125" cy="43513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199" tIns="330200" rIns="256199" bIns="33020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Week 1 (Days 1–7):</a:t>
              </a:r>
              <a:endParaRPr lang="en-US" sz="2000" kern="1200" dirty="0"/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Requirement gathering, domain modeling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Cloud &amp; IAM setup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Basic frontend routes + UI mockups</a:t>
              </a:r>
              <a:endParaRPr lang="en-US" sz="1600" kern="1200" noProof="1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C154CF-4AEF-E9EA-2731-02AF684CF218}"/>
              </a:ext>
            </a:extLst>
          </p:cNvPr>
          <p:cNvGrpSpPr/>
          <p:nvPr/>
        </p:nvGrpSpPr>
        <p:grpSpPr>
          <a:xfrm>
            <a:off x="972561" y="1274871"/>
            <a:ext cx="3112742" cy="2262343"/>
            <a:chOff x="-162455" y="-575228"/>
            <a:chExt cx="3448580" cy="492656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6D4F62-9FA3-CED7-FEE2-160668CEE840}"/>
                </a:ext>
              </a:extLst>
            </p:cNvPr>
            <p:cNvSpPr/>
            <p:nvPr/>
          </p:nvSpPr>
          <p:spPr>
            <a:xfrm>
              <a:off x="0" y="0"/>
              <a:ext cx="3286125" cy="4351338"/>
            </a:xfrm>
            <a:prstGeom prst="rect">
              <a:avLst/>
            </a:prstGeom>
            <a:gradFill rotWithShape="0">
              <a:gsLst>
                <a:gs pos="1000">
                  <a:schemeClr val="tx1">
                    <a:lumMod val="85000"/>
                    <a:lumOff val="1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D652B5-A868-177C-94C1-0DF8E3657765}"/>
                </a:ext>
              </a:extLst>
            </p:cNvPr>
            <p:cNvSpPr txBox="1"/>
            <p:nvPr/>
          </p:nvSpPr>
          <p:spPr>
            <a:xfrm>
              <a:off x="-162455" y="-575228"/>
              <a:ext cx="3286125" cy="43513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199" tIns="330200" rIns="256199" bIns="33020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Week 1 (Days 1–7):</a:t>
              </a:r>
              <a:endParaRPr lang="en-US" sz="2000" kern="1200" dirty="0"/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Requirement gathering, domain modeling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Cloud &amp; IAM setup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kern="1200" dirty="0"/>
                <a:t>Basic frontend routes + UI mockups</a:t>
              </a:r>
              <a:endParaRPr lang="en-US" sz="1600" kern="1200" noProof="1">
                <a:solidFill>
                  <a:schemeClr val="bg1"/>
                </a:solidFill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4D9EFDF4-2494-CECB-5674-2BF06AC38886}"/>
              </a:ext>
            </a:extLst>
          </p:cNvPr>
          <p:cNvSpPr/>
          <p:nvPr/>
        </p:nvSpPr>
        <p:spPr>
          <a:xfrm>
            <a:off x="1119194" y="334495"/>
            <a:ext cx="6333657" cy="586739"/>
          </a:xfrm>
          <a:prstGeom prst="rect">
            <a:avLst/>
          </a:prstGeom>
          <a:gradFill rotWithShape="0"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357321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7B81D4C-9780-9556-586D-C6D85505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28" y="148100"/>
            <a:ext cx="6273800" cy="833663"/>
          </a:xfrm>
        </p:spPr>
        <p:txBody>
          <a:bodyPr/>
          <a:lstStyle/>
          <a:p>
            <a:r>
              <a:rPr lang="en-US" dirty="0"/>
              <a:t>Feasibility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63B31-6429-468C-9624-0D0BBDBA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7658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Frontend</a:t>
            </a:r>
            <a:r>
              <a:rPr lang="en-US" dirty="0"/>
              <a:t>: React.js / Next.js for interactive UI.</a:t>
            </a:r>
          </a:p>
          <a:p>
            <a:r>
              <a:rPr lang="en-US" b="1" dirty="0"/>
              <a:t>Backend</a:t>
            </a:r>
            <a:r>
              <a:rPr lang="en-US" dirty="0"/>
              <a:t>: Node.js ,Express.</a:t>
            </a:r>
          </a:p>
          <a:p>
            <a:r>
              <a:rPr lang="en-US" b="1" dirty="0"/>
              <a:t>Database</a:t>
            </a:r>
            <a:r>
              <a:rPr lang="en-US" dirty="0"/>
              <a:t>: MongoDB for users, questions, submissions, results, and feedback.</a:t>
            </a:r>
          </a:p>
          <a:p>
            <a:r>
              <a:rPr lang="en-US" b="1" dirty="0"/>
              <a:t>Authentication &amp; User Management</a:t>
            </a:r>
            <a:r>
              <a:rPr lang="en-US" dirty="0"/>
              <a:t>: </a:t>
            </a:r>
            <a:r>
              <a:rPr lang="en-US" dirty="0" err="1"/>
              <a:t>NextAuth</a:t>
            </a:r>
            <a:r>
              <a:rPr lang="en-US" dirty="0"/>
              <a:t>/JWT, </a:t>
            </a:r>
            <a:r>
              <a:rPr lang="en-US" dirty="0" err="1"/>
              <a:t>bcrypt</a:t>
            </a:r>
            <a:r>
              <a:rPr lang="en-US" dirty="0"/>
              <a:t>, role-based access, MongoDB (Users collection).</a:t>
            </a:r>
          </a:p>
          <a:p>
            <a:r>
              <a:rPr lang="en-US" b="1" dirty="0"/>
              <a:t>MCQ Quiz Module</a:t>
            </a:r>
            <a:r>
              <a:rPr lang="en-US" dirty="0"/>
              <a:t>: Next.js (server components + API), MongoDB (Questions &amp; </a:t>
            </a:r>
            <a:r>
              <a:rPr lang="en-US" dirty="0" err="1"/>
              <a:t>QuizResults</a:t>
            </a:r>
            <a:r>
              <a:rPr lang="en-US" dirty="0"/>
              <a:t>).</a:t>
            </a:r>
          </a:p>
          <a:p>
            <a:r>
              <a:rPr lang="en-US" b="1" dirty="0"/>
              <a:t>Coding Practice Module</a:t>
            </a:r>
            <a:r>
              <a:rPr lang="en-US" dirty="0"/>
              <a:t>: Next.js (editor), Node.js API + Judge0/Docker, MongoDB (Problems &amp; Submissions).</a:t>
            </a:r>
          </a:p>
          <a:p>
            <a:r>
              <a:rPr lang="en-US" b="1" dirty="0"/>
              <a:t>Mock Interview (AI-powered)</a:t>
            </a:r>
            <a:r>
              <a:rPr lang="en-US" dirty="0"/>
              <a:t>: Next.js API (OpenAI integration), MongoDB (</a:t>
            </a:r>
            <a:r>
              <a:rPr lang="en-US" dirty="0" err="1"/>
              <a:t>InterviewSessions</a:t>
            </a:r>
            <a:r>
              <a:rPr lang="en-US" dirty="0"/>
              <a:t> &amp; Feedback).</a:t>
            </a:r>
          </a:p>
          <a:p>
            <a:r>
              <a:rPr lang="en-US" b="1" dirty="0"/>
              <a:t>Dashboard &amp; Analytics</a:t>
            </a:r>
            <a:r>
              <a:rPr lang="en-US" dirty="0"/>
              <a:t>: Next.js frontend (charts), MongoDB (aggregate queries).</a:t>
            </a:r>
          </a:p>
          <a:p>
            <a:r>
              <a:rPr lang="en-US" b="1" dirty="0"/>
              <a:t>Deployment</a:t>
            </a:r>
            <a:r>
              <a:rPr lang="en-US" dirty="0"/>
              <a:t>: AWS for scalability &amp; security.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AEC0301-E9AA-4478-9E23-C372DBDCE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D1241-4F6B-4523-A0D3-68E3CDBC0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57848"/>
            <a:ext cx="2552123" cy="16362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First Skill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F8379-6FA4-47C8-A343-950346DD4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57846"/>
            <a:ext cx="2552123" cy="1636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Second Skill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0DE557-B4FF-44B4-B945-B5B41DBDA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57845"/>
            <a:ext cx="2552123" cy="16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Third Skill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01CDE-088C-4A56-83CA-BF9F27106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1475"/>
            <a:ext cx="2552123" cy="36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Conclusion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92980D7-ED01-4955-83DB-59BA18C94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06315" y="6271566"/>
            <a:ext cx="142847" cy="9156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91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E6AD7-B6D2-1484-AA9E-FFD11164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3FDADEC-20F9-E84F-B4A2-8ACFF6E6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946"/>
            <a:ext cx="6273800" cy="833663"/>
          </a:xfrm>
        </p:spPr>
        <p:txBody>
          <a:bodyPr/>
          <a:lstStyle/>
          <a:p>
            <a:r>
              <a:rPr lang="en-US" dirty="0"/>
              <a:t>Scope of the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79C74-9D14-B2C2-FECC-6A9C765CD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8812"/>
            <a:ext cx="10515600" cy="446702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This project goes beyond being a simple preparation tool — its scope lies in building a global Placement Readiness Ecosystem. Instead of treating MCQs, coding, and interviews as isolated activities, our platform replicates the entire recruitment pipeline in one seamless flow, just like a real company selection process.</a:t>
            </a:r>
          </a:p>
          <a:p>
            <a:pPr marL="0" indent="0" algn="just">
              <a:buNone/>
            </a:pPr>
            <a:r>
              <a:rPr lang="en-US" dirty="0"/>
              <a:t>At scale, the system can be:</a:t>
            </a:r>
          </a:p>
          <a:p>
            <a:pPr algn="just"/>
            <a:r>
              <a:rPr lang="en-US" dirty="0"/>
              <a:t>Multi-tenant, allowing universities, training institutes, and even corporates to onboard their students or candidates under their own branded portals.</a:t>
            </a:r>
          </a:p>
          <a:p>
            <a:pPr algn="just"/>
            <a:r>
              <a:rPr lang="en-US" b="1" dirty="0"/>
              <a:t>AI-driven</a:t>
            </a:r>
            <a:r>
              <a:rPr lang="en-US" dirty="0"/>
              <a:t>, where personalized learning paths adapt to each student’s strengths and weaknesses, helping them become job-ready faster.</a:t>
            </a:r>
          </a:p>
          <a:p>
            <a:pPr algn="just"/>
            <a:r>
              <a:rPr lang="en-US" dirty="0"/>
              <a:t>Scalable to millions, with cloud-native deployment ensuring performance and availability across countries.</a:t>
            </a:r>
          </a:p>
          <a:p>
            <a:pPr algn="just"/>
            <a:r>
              <a:rPr lang="en-US" dirty="0"/>
              <a:t>A placement intelligence hub, where aggregated performance data can guide universities on how prepared their batches are, and help companies directly identify top talent without needing multiple tests.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77AEAB5-6BF2-990D-5B2B-6B2C87F60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B88DB6E-5B2E-CFE7-66EF-101772341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06315" y="6271566"/>
            <a:ext cx="142847" cy="9156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667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3729-D16B-53AC-A4A8-C81DF2437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4E6D49B-FE65-8262-7755-C7C5222A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&amp;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1AB70-9B01-A5A4-AA92-C1C9F1C86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825625"/>
            <a:ext cx="11818374" cy="4351338"/>
          </a:xfrm>
        </p:spPr>
        <p:txBody>
          <a:bodyPr>
            <a:noAutofit/>
          </a:bodyPr>
          <a:lstStyle/>
          <a:p>
            <a:r>
              <a:rPr lang="en-US" sz="1800" b="1" dirty="0"/>
              <a:t>Step 1: Requirement Analysis</a:t>
            </a:r>
            <a:r>
              <a:rPr lang="en-US" sz="1800" dirty="0"/>
              <a:t> – Collect inputs, identify gaps, and define requirements.</a:t>
            </a:r>
          </a:p>
          <a:p>
            <a:r>
              <a:rPr lang="en-US" sz="1800" b="1" dirty="0"/>
              <a:t>Step 2: System Design</a:t>
            </a:r>
            <a:r>
              <a:rPr lang="en-US" sz="1800" dirty="0"/>
              <a:t> – Create diagrams, mockups, and plan scalable architecture.</a:t>
            </a:r>
          </a:p>
          <a:p>
            <a:r>
              <a:rPr lang="en-US" sz="1800" b="1" dirty="0"/>
              <a:t>Step 3: Development</a:t>
            </a:r>
            <a:r>
              <a:rPr lang="en-US" sz="1800" dirty="0"/>
              <a:t> – Build MCQ, coding, and AI interview chatbot modules.</a:t>
            </a:r>
          </a:p>
          <a:p>
            <a:r>
              <a:rPr lang="en-US" sz="1800" b="1" dirty="0"/>
              <a:t>Step 4: AI Answer Evaluation</a:t>
            </a:r>
            <a:r>
              <a:rPr lang="en-US" sz="1800" dirty="0"/>
              <a:t> – Compare student and ideal answers using embeddings.</a:t>
            </a:r>
          </a:p>
          <a:p>
            <a:r>
              <a:rPr lang="en-US" sz="1800" b="1" dirty="0"/>
              <a:t>Step 5: Testing and Deployment</a:t>
            </a:r>
            <a:r>
              <a:rPr lang="en-US" sz="1800" dirty="0"/>
              <a:t> – Test, deploy on cloud, and monitor for improvements.</a:t>
            </a:r>
          </a:p>
          <a:p>
            <a:endParaRPr lang="en-US" sz="1800" dirty="0"/>
          </a:p>
          <a:p>
            <a:r>
              <a:rPr lang="en-US" sz="1800" dirty="0"/>
              <a:t>We follow the Agile Methodology to build the project in short development cycles (sprints).Each sprint focuses on delivering one complete module (e.g., MCQ module, coding module, AI interview, integration &amp; testing).</a:t>
            </a:r>
          </a:p>
          <a:p>
            <a:r>
              <a:rPr lang="en-US" sz="1800" dirty="0"/>
              <a:t>At the end of each sprint, the developed module is tested and refined internally to ensure stability and correctness.</a:t>
            </a:r>
          </a:p>
          <a:p>
            <a:r>
              <a:rPr lang="en-US" sz="1800" dirty="0"/>
              <a:t>This process ensures steady progress and helps us achieve a fully functional platform in a structured way.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9C390E3-C66A-3C58-777F-AC81443F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3E07D9-0397-29B0-F6EC-7C209F9C9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57848"/>
            <a:ext cx="2552123" cy="16362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First Skill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E0959-4EC5-C6FF-B3AE-3F8768BD3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57846"/>
            <a:ext cx="2552123" cy="1636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Second Skill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EF455E-32E5-F551-BF78-80929109D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57845"/>
            <a:ext cx="2552123" cy="16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Third Skill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EEF7B4-4C8B-5663-B65A-D5B52158F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1475"/>
            <a:ext cx="2552123" cy="36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Conclusion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AD48FF2-47A0-A5B9-491D-03F8EDF16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06315" y="6271566"/>
            <a:ext cx="142847" cy="9156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604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4235-0F4B-C498-7236-C92FBBFB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A4271EA-195A-266E-7B01-5A6DFBEC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&amp; Literature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6FED1-D6A7-66DB-510C-51002251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825625"/>
            <a:ext cx="11818374" cy="4351338"/>
          </a:xfrm>
        </p:spPr>
        <p:txBody>
          <a:bodyPr>
            <a:noAutofit/>
          </a:bodyPr>
          <a:lstStyle/>
          <a:p>
            <a:r>
              <a:rPr lang="en-US" sz="1800" b="1" dirty="0"/>
              <a:t>Problem with old grading tools – They just check for keyword matches, so they miss whether the student’s answer really means the same as the reference.</a:t>
            </a:r>
          </a:p>
          <a:p>
            <a:r>
              <a:rPr lang="en-US" sz="1800" b="1" dirty="0"/>
              <a:t>New research in ASAG (Automated Short Answer Grading):Liu et al. (2019): Built a model that looks at deep semantic meaning (not just words). It worked very well on school datasets.</a:t>
            </a:r>
          </a:p>
          <a:p>
            <a:r>
              <a:rPr lang="en-US" sz="1800" b="1" dirty="0"/>
              <a:t>Hybrid + Transformer </a:t>
            </a:r>
            <a:r>
              <a:rPr lang="en-US" sz="1800" b="1" dirty="0" err="1"/>
              <a:t>Models:Best</a:t>
            </a:r>
            <a:r>
              <a:rPr lang="en-US" sz="1800" b="1" dirty="0"/>
              <a:t> results come when we mix BERT/transformers (deep models) with word embeddings + handcrafted </a:t>
            </a:r>
            <a:r>
              <a:rPr lang="en-US" sz="1800" b="1" dirty="0" err="1"/>
              <a:t>features.These</a:t>
            </a:r>
            <a:r>
              <a:rPr lang="en-US" sz="1800" b="1" dirty="0"/>
              <a:t> “hybrid” methods beat older grading methods.</a:t>
            </a:r>
          </a:p>
          <a:p>
            <a:r>
              <a:rPr lang="en-US" sz="1800" b="1" dirty="0"/>
              <a:t>Learning Analytics Dashboards (LAD):Not just show progress, but also give prescriptions (advice: “do this next”).Helps especially weak/self-regulation students </a:t>
            </a:r>
            <a:r>
              <a:rPr lang="en-US" sz="1800" b="1" dirty="0" err="1"/>
              <a:t>improve.Advanced</a:t>
            </a:r>
            <a:r>
              <a:rPr lang="en-US" sz="1800" b="1" dirty="0"/>
              <a:t> dashboards can even explain predictions, suggest “what if” scenarios, and improve motivation.</a:t>
            </a:r>
          </a:p>
          <a:p>
            <a:r>
              <a:rPr lang="en-US" sz="1800" b="1" dirty="0"/>
              <a:t>AI-Human Agreement:GPT-4 has been tested for grading and shows very strong correlation with human teachers (almost as reliable as them).</a:t>
            </a:r>
            <a:endParaRPr lang="en-US" sz="180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9660ADA-1F02-55BF-9C7D-BEA352893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9A9EF7-1B6B-9D7E-362F-53D13140E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57848"/>
            <a:ext cx="2552123" cy="16362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First Skill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6A6213-A458-C3E7-1E31-853C9300E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57846"/>
            <a:ext cx="2552123" cy="1636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Second Skill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F6F51F-43AF-41A6-1BE2-570D76DBF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57845"/>
            <a:ext cx="2552123" cy="16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Third Skill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569DF-9294-F07F-D341-E9AEE7D1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1475"/>
            <a:ext cx="2552123" cy="36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Conclusion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326EB69-05AD-0FFD-FD54-3FB150D0E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06315" y="6271566"/>
            <a:ext cx="142847" cy="9156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0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4F64-303B-6EF0-7270-C00EED9CC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8594"/>
            <a:ext cx="10515600" cy="5508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ASAG Technologies:</a:t>
            </a:r>
          </a:p>
          <a:p>
            <a:r>
              <a:rPr lang="en-US" dirty="0"/>
              <a:t>Transformer-based grading tools (e.g., BERT, SBERT) are widely explored for short-answer semantic comparison. </a:t>
            </a:r>
          </a:p>
          <a:p>
            <a:r>
              <a:rPr lang="en-US" dirty="0"/>
              <a:t>Some systems improve accuracy by combining semantic embeddings with POS tagging and dependency parsing. International Journal of Technology</a:t>
            </a:r>
          </a:p>
          <a:p>
            <a:pPr marL="0" indent="0">
              <a:buNone/>
            </a:pPr>
            <a:r>
              <a:rPr lang="en-US" dirty="0"/>
              <a:t>Learning Analytics </a:t>
            </a:r>
            <a:r>
              <a:rPr lang="en-US" dirty="0" err="1"/>
              <a:t>Dashsboards</a:t>
            </a:r>
            <a:r>
              <a:rPr lang="en-US" dirty="0"/>
              <a:t>:</a:t>
            </a:r>
          </a:p>
          <a:p>
            <a:r>
              <a:rPr lang="en-US" dirty="0"/>
              <a:t>Most dashboards offer only descriptive analytics; prescriptive features are rare but more effective. </a:t>
            </a:r>
          </a:p>
          <a:p>
            <a:r>
              <a:rPr lang="en-US" dirty="0"/>
              <a:t>Transparent, predictive, and prescriptive dashboards are emerging but not yet mainstream in education systems. </a:t>
            </a:r>
          </a:p>
          <a:p>
            <a:pPr marL="0" indent="0">
              <a:buNone/>
            </a:pPr>
            <a:r>
              <a:rPr lang="en-US" dirty="0"/>
              <a:t>AI in Interview Simulations:</a:t>
            </a:r>
          </a:p>
          <a:p>
            <a:r>
              <a:rPr lang="en-US" dirty="0"/>
              <a:t>While nascent research explores AI mock interviews, existing platforms like </a:t>
            </a:r>
            <a:r>
              <a:rPr lang="en-US" dirty="0" err="1"/>
              <a:t>Pramp</a:t>
            </a:r>
            <a:r>
              <a:rPr lang="en-US" dirty="0"/>
              <a:t> rely on human peers and lack semantic or confidence-based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B6959-38AE-AF90-66AF-D2386BF21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4A9B5881-4007-4345-955A-79C2656F0C4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61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A6FA3-3819-87C6-0263-CBEF85AEA6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4A9B5881-4007-4345-955A-79C2656F0C4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6F398D83-53E3-F72A-1542-5B4592D4B376}"/>
              </a:ext>
            </a:extLst>
          </p:cNvPr>
          <p:cNvSpPr txBox="1">
            <a:spLocks/>
          </p:cNvSpPr>
          <p:nvPr/>
        </p:nvSpPr>
        <p:spPr>
          <a:xfrm>
            <a:off x="662215" y="481546"/>
            <a:ext cx="3910781" cy="865238"/>
          </a:xfrm>
          <a:prstGeom prst="rect">
            <a:avLst/>
          </a:prstGeo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vert="horz" lIns="396000" tIns="0" rIns="396000" bIns="0" rtlCol="0" anchor="ctr">
            <a:noAutofit/>
          </a:bodyPr>
          <a:lstStyle>
            <a:lvl1pPr algn="r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5200" b="0" kern="1200" spc="-15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en-US" dirty="0"/>
          </a:p>
          <a:p>
            <a:pPr algn="just"/>
            <a:r>
              <a:rPr lang="en-US" dirty="0"/>
              <a:t>Gaps</a:t>
            </a:r>
          </a:p>
          <a:p>
            <a:pPr algn="just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7096C8-BE4D-C727-C49B-A8C54F5CE663}"/>
              </a:ext>
            </a:extLst>
          </p:cNvPr>
          <p:cNvGraphicFramePr>
            <a:graphicFrameLocks noGrp="1"/>
          </p:cNvGraphicFramePr>
          <p:nvPr/>
        </p:nvGraphicFramePr>
        <p:xfrm>
          <a:off x="6080760" y="566166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525745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48556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17DBBB-F44E-3ED8-03B9-9DFA326BE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600916"/>
              </p:ext>
            </p:extLst>
          </p:nvPr>
        </p:nvGraphicFramePr>
        <p:xfrm>
          <a:off x="169955" y="2040316"/>
          <a:ext cx="11821610" cy="4501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0805">
                  <a:extLst>
                    <a:ext uri="{9D8B030D-6E8A-4147-A177-3AD203B41FA5}">
                      <a16:colId xmlns:a16="http://schemas.microsoft.com/office/drawing/2014/main" val="3777227366"/>
                    </a:ext>
                  </a:extLst>
                </a:gridCol>
                <a:gridCol w="5910805">
                  <a:extLst>
                    <a:ext uri="{9D8B030D-6E8A-4147-A177-3AD203B41FA5}">
                      <a16:colId xmlns:a16="http://schemas.microsoft.com/office/drawing/2014/main" val="2838739048"/>
                    </a:ext>
                  </a:extLst>
                </a:gridCol>
              </a:tblGrid>
              <a:tr h="39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</a:t>
                      </a:r>
                      <a:r>
                        <a:rPr lang="en-US" b="1" dirty="0"/>
                        <a:t>our Project</a:t>
                      </a:r>
                      <a:r>
                        <a:rPr lang="en-US" dirty="0"/>
                        <a:t> Fills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844157"/>
                  </a:ext>
                </a:extLst>
              </a:tr>
              <a:tr h="978513">
                <a:tc>
                  <a:txBody>
                    <a:bodyPr/>
                    <a:lstStyle/>
                    <a:p>
                      <a:r>
                        <a:rPr lang="en-US" dirty="0"/>
                        <a:t>1. Fragmented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integrated platform combining MCQs, coding, AI mock interviews, and analytics; avoids siloed workflows.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479618"/>
                  </a:ext>
                </a:extLst>
              </a:tr>
              <a:tr h="1272067">
                <a:tc>
                  <a:txBody>
                    <a:bodyPr/>
                    <a:lstStyle/>
                    <a:p>
                      <a:r>
                        <a:rPr lang="en-US" dirty="0"/>
                        <a:t>2. Grading Confidence &amp; AI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Metrics including similarity scores, confidence levels, and correlation with human grading (e.g., ICC) ensure AI reliability.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007916"/>
                  </a:ext>
                </a:extLst>
              </a:tr>
              <a:tr h="1859174">
                <a:tc>
                  <a:txBody>
                    <a:bodyPr/>
                    <a:lstStyle/>
                    <a:p>
                      <a:r>
                        <a:rPr lang="en-US" dirty="0"/>
                        <a:t>3. Absence of Role-Specific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Platforms rarely offer </a:t>
                      </a:r>
                      <a:r>
                        <a:rPr lang="en-US" b="1" dirty="0"/>
                        <a:t>role-specific question banks</a:t>
                      </a:r>
                      <a:r>
                        <a:rPr lang="en-US" dirty="0"/>
                        <a:t> (e.g., Cloud Engineer vs. Data Analyst vs. Frontend Developer). This reduces the </a:t>
                      </a:r>
                      <a:r>
                        <a:rPr lang="en-US" b="1" dirty="0"/>
                        <a:t>industry-relevance</a:t>
                      </a:r>
                      <a:r>
                        <a:rPr lang="en-US" dirty="0"/>
                        <a:t> of preparation and makes practice sessions less effective.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112236"/>
                  </a:ext>
                </a:extLst>
              </a:tr>
            </a:tbl>
          </a:graphicData>
        </a:graphic>
      </p:graphicFrame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005EE36-5FC1-06CE-BCF2-DF2A945C4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0514" y="1453145"/>
            <a:ext cx="6648448" cy="598487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6721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3EFF-1D52-ABC6-6C0F-BFDB7470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FF774E1-6386-21DB-200C-412B2E53F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56AF2-CD4F-A036-4986-D5308036E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57848"/>
            <a:ext cx="2552123" cy="16362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First Skill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0D3F6D-7488-78CC-F41E-F8A96BE9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57846"/>
            <a:ext cx="2552123" cy="1636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Second Skill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044B6B-556D-5205-E8E9-BEE34C9CC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57845"/>
            <a:ext cx="2552123" cy="16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Third Skill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FBFB3-AB66-7978-0034-00A63A181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1475"/>
            <a:ext cx="2552123" cy="36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Conclusion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198EC8F-98B2-E93C-6638-66518EE55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06315" y="6271566"/>
            <a:ext cx="142847" cy="9156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7171B4-41A1-041E-D154-26A825996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60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54">
      <a:dk1>
        <a:srgbClr val="000000"/>
      </a:dk1>
      <a:lt1>
        <a:srgbClr val="FFFFFF"/>
      </a:lt1>
      <a:dk2>
        <a:srgbClr val="242A41"/>
      </a:dk2>
      <a:lt2>
        <a:srgbClr val="E2E8E3"/>
      </a:lt2>
      <a:accent1>
        <a:srgbClr val="5370C5"/>
      </a:accent1>
      <a:accent2>
        <a:srgbClr val="17B2D1"/>
      </a:accent2>
      <a:accent3>
        <a:srgbClr val="2978E7"/>
      </a:accent3>
      <a:accent4>
        <a:srgbClr val="7829E7"/>
      </a:accent4>
      <a:accent5>
        <a:srgbClr val="B517D5"/>
      </a:accent5>
      <a:accent6>
        <a:srgbClr val="E729B7"/>
      </a:accent6>
      <a:hlink>
        <a:srgbClr val="5370C5"/>
      </a:hlink>
      <a:folHlink>
        <a:srgbClr val="7F7F7F"/>
      </a:folHlink>
    </a:clrScheme>
    <a:fontScheme name="MS Surge Teach Light and Dar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98415_win32_fixed" id="{1E7205E9-DD76-422B-B9FD-343E9C2C894B}" vid="{008E2BBC-A2E4-4140-B026-F6CAB78406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7B5194-E537-408E-9CFF-66A6141D5DE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F9969FA-0C19-40F2-9B6F-EADA7B231A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CFB5EA-1DDA-4423-A8FC-85579F36D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with animation</Template>
  <TotalTime>150</TotalTime>
  <Words>1291</Words>
  <Application>Microsoft Office PowerPoint</Application>
  <PresentationFormat>Widescreen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Course Outline</vt:lpstr>
      <vt:lpstr>Course Outline</vt:lpstr>
      <vt:lpstr>Course Outline </vt:lpstr>
      <vt:lpstr>Problem Statement</vt:lpstr>
      <vt:lpstr>Solution &amp; Significance:</vt:lpstr>
      <vt:lpstr>PowerPoint Presentation</vt:lpstr>
      <vt:lpstr>Feasibility </vt:lpstr>
      <vt:lpstr>Scope of the Project</vt:lpstr>
      <vt:lpstr>Methodology &amp; Approach</vt:lpstr>
      <vt:lpstr>Research &amp; Literature Review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22BSA10186</dc:creator>
  <cp:lastModifiedBy>22BSA10186</cp:lastModifiedBy>
  <cp:revision>4</cp:revision>
  <dcterms:created xsi:type="dcterms:W3CDTF">2025-09-02T18:55:52Z</dcterms:created>
  <dcterms:modified xsi:type="dcterms:W3CDTF">2025-09-02T21:26:15Z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